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2094" y="2494926"/>
            <a:ext cx="104335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REPORT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933217" y="2856786"/>
            <a:ext cx="3916971" cy="10220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Posts Report</a:t>
            </a:r>
            <a:endParaRPr lang="en-US" sz="3599" dirty="0"/>
          </a:p>
        </p:txBody>
      </p:sp>
      <p:sp>
        <p:nvSpPr>
          <p:cNvPr id="5" name="Text 2"/>
          <p:cNvSpPr/>
          <p:nvPr/>
        </p:nvSpPr>
        <p:spPr>
          <a:xfrm>
            <a:off x="253937" y="6399200"/>
            <a:ext cx="69239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53937" y="6589652"/>
            <a:ext cx="1706297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Jul 2026 - 31 Jul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112633" y="6399200"/>
            <a:ext cx="1726235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91267" y="6399200"/>
            <a:ext cx="85934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91267" y="6589652"/>
            <a:ext cx="7597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543497" y="139665"/>
            <a:ext cx="454965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64299" y="1022094"/>
            <a:ext cx="76260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up your sacred moments with the elegance of silver. ✨ Discover 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498970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2.31%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4941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6172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2491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97860" y="1022094"/>
            <a:ext cx="74078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13,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touch of tradition and elegance to every ritual. ✨ Padmavathi J...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49378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1.07%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5000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21832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34722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550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85098" y="1022094"/>
            <a:ext cx="76533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02,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that shines with tradition. ✨🤍 Explore premium silver article...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52564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0.89%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5273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504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21554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35035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458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4306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02 Jul 2026 - 31 Jul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542009" y="139665"/>
            <a:ext cx="45645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81857" y="1022094"/>
            <a:ext cx="74509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27,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timeless symbol of prosperity, tradition, and divine grace. ✨ Beaut...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493112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0.71%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5511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2105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4296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367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73359" y="1022094"/>
            <a:ext cx="76533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02,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touch of purity for every divine moment. ✨🙏 Bring home beautifully...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493112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0.71%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5511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22105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34296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367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87776" y="1022094"/>
            <a:ext cx="76260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home purity, tradition, and divine elegance. ✨ Explore beautifu...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493112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0.71%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3939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227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22105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30477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141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4306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02 Jul 2026 - 31 Jul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536653" y="139665"/>
            <a:ext cx="461847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86122" y="1022094"/>
            <a:ext cx="74078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13,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silver for pure devotion. ✨ Explore Padmavathi Jewellery Mart’s 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524414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0.53%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5040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17929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3760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93595" y="1022094"/>
            <a:ext cx="74509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27,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Blessings that shine forever. ✨ Celebrate every auspicious moment wit...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524414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0.53%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5040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217929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33760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85098" y="1022094"/>
            <a:ext cx="76533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02,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Divine silver, timeless beauty. ✨🤍 Bring home elegance, purity, and 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524414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0.53%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5040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217929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33760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275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4306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02 Jul 2026 - 31 Jul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546671" y="139665"/>
            <a:ext cx="45180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63506" y="1022094"/>
            <a:ext cx="76344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06,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divine silver pieces crafted for tradition, gifting, and cele...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524414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0.53%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5040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17929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3760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77625" y="1022094"/>
            <a:ext cx="76101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29,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this auspicious occasion of Guru Purnima, we express our heartfelt 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52564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0.36%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4881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2163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32783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183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86982" y="1022094"/>
            <a:ext cx="76344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06,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up your traditions with divine silver elegance. ✨🙏 Bring home 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52564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0.36%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4881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2163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32783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183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4306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02 Jul 2026 - 31 Jul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541513" y="139665"/>
            <a:ext cx="456918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86122" y="1022094"/>
            <a:ext cx="74078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13,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elegance, tradition, and purity into your home with beautifully 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52564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0.36%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4881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163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2783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93595" y="1022094"/>
            <a:ext cx="74509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27,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silver, crafted to make every celebration more meaningful. ✨ Dis...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493614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0.18%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0844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19615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28230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86982" y="1022094"/>
            <a:ext cx="76344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06,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Divine elegance crafted in silver. ✨🙏 Bring home purity, tradition, 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493614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0.18%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0844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19615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28230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4306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02 Jul 2026 - 31 Jul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551829" y="139665"/>
            <a:ext cx="44659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353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Padmavathi Jewe...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8106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563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72830" y="1022094"/>
            <a:ext cx="76260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9017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41144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9015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home blessings in silver. ✨ Explore elegant silver pooja essent...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71057" y="4539115"/>
            <a:ext cx="531053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0844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71057" y="4862884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71057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71057" y="5193001"/>
            <a:ext cx="28230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71057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17421" y="6589652"/>
            <a:ext cx="244306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02 Jul 2026 - 31 Jul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470054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541811" y="139665"/>
            <a:ext cx="45663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799900"/>
            <a:ext cx="317418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 and reference materials for this report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072882"/>
            <a:ext cx="502898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&amp; Resources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749113" y="2609198"/>
            <a:ext cx="53742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6751" y="2964709"/>
            <a:ext cx="46998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6751" y="3212297"/>
            <a:ext cx="12333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Jul 2026 - 31 Jul 2026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96751" y="3447188"/>
            <a:ext cx="10937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6751" y="3802699"/>
            <a:ext cx="88282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Channel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6751" y="4050287"/>
            <a:ext cx="570799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96751" y="4285178"/>
            <a:ext cx="18358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Analysis (posts analyzed)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18495" y="2609198"/>
            <a:ext cx="8041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66133" y="2964709"/>
            <a:ext cx="77098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66133" y="3212297"/>
            <a:ext cx="271358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number of likes, comments, shares and saves on a post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266133" y="3447188"/>
            <a:ext cx="165971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 by Followers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266133" y="3694776"/>
            <a:ext cx="295192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divided by follower count, expressed as a percentage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266133" y="3929667"/>
            <a:ext cx="45807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66133" y="4177255"/>
            <a:ext cx="225678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unique accounts that saw your content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266133" y="4412147"/>
            <a:ext cx="75144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266133" y="4659735"/>
            <a:ext cx="2245112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number of times your content was displayed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259285" y="2571107"/>
            <a:ext cx="79185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106923" y="2926618"/>
            <a:ext cx="103032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Blog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106923" y="3174206"/>
            <a:ext cx="98910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socialinsider.io/blog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8106923" y="3409098"/>
            <a:ext cx="138340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Analytics Help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106923" y="3656686"/>
            <a:ext cx="981902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help.instagram.com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17421" y="6589652"/>
            <a:ext cx="244306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02 Jul 2026 - 31 Jul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2026-08-01T04:18:26Z</dcterms:created>
  <dcterms:modified xsi:type="dcterms:W3CDTF">2026-08-01T04:18:26Z</dcterms:modified>
</cp:coreProperties>
</file>