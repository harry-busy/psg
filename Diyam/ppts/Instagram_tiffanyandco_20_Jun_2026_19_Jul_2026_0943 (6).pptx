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777556"/>
            <a:ext cx="5713571" cy="3199600"/>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activity reflected a nuanced blend of growth and shifts in engagement. The profile posted slightly more content than before, with 26 posts including 8 reels, boosting the average reel duration to over 27 seconds.The follower count crossed 16.8 million, growing by nearly 20,000, although at a slightly reduced growth rate. Engagement figures showed a subtle decline; total interactions and average engagement per post dipped, despite more comments per post.Video views more than doubled, highlighting increased interest in video content. Remarkably, the content's reach and impressions almost doubled, reaching millions more users than in the previous period.However, this expanded reach corresponded with a drop in engagement rates per impressions and posts, suggesting the content reached a wider but less interactive audience. The earned media value climbed, signaling a growing brand presence and perceived value.Overall, Tiffany&amp;Co. is expanding its audience and visibility while facing the challenge of maintaining strong engagement amid broader exposure.</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718386"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9.8M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975250"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97.54%</a:t>
            </a:r>
            <a:endParaRPr lang="en-US" sz="1800" dirty="0"/>
          </a:p>
        </p:txBody>
      </p:sp>
      <p:sp>
        <p:nvSpPr>
          <p:cNvPr id="13" name="Text 10"/>
          <p:cNvSpPr/>
          <p:nvPr/>
        </p:nvSpPr>
        <p:spPr>
          <a:xfrm>
            <a:off x="8752378" y="3916971"/>
            <a:ext cx="1749384"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6.4M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84413"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78.11%</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246.0K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93678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246K</a:t>
            </a:r>
            <a:endParaRPr lang="en-US" sz="2399" dirty="0"/>
          </a:p>
        </p:txBody>
      </p:sp>
      <p:sp>
        <p:nvSpPr>
          <p:cNvPr id="11" name="Text 8"/>
          <p:cNvSpPr/>
          <p:nvPr/>
        </p:nvSpPr>
        <p:spPr>
          <a:xfrm>
            <a:off x="526918" y="4653386"/>
            <a:ext cx="640396"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78.11%</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39050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13</a:t>
            </a:r>
            <a:endParaRPr lang="en-US" sz="1800" dirty="0"/>
          </a:p>
        </p:txBody>
      </p:sp>
      <p:sp>
        <p:nvSpPr>
          <p:cNvPr id="14" name="Text 11"/>
          <p:cNvSpPr/>
          <p:nvPr/>
        </p:nvSpPr>
        <p:spPr>
          <a:xfrm>
            <a:off x="3482799"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72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7.69%</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3714" y="3237690"/>
            <a:ext cx="42063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540K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40236" y="3669382"/>
            <a:ext cx="374110"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411K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376.3K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0061"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376.3K</a:t>
            </a:r>
            <a:endParaRPr lang="en-US" sz="2399" dirty="0"/>
          </a:p>
        </p:txBody>
      </p:sp>
      <p:sp>
        <p:nvSpPr>
          <p:cNvPr id="11" name="Text 8"/>
          <p:cNvSpPr/>
          <p:nvPr/>
        </p:nvSpPr>
        <p:spPr>
          <a:xfrm>
            <a:off x="526918" y="4653386"/>
            <a:ext cx="724165"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89.95%</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49187"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11.6</a:t>
            </a:r>
            <a:endParaRPr lang="en-US" sz="1800" dirty="0"/>
          </a:p>
        </p:txBody>
      </p:sp>
      <p:sp>
        <p:nvSpPr>
          <p:cNvPr id="14" name="Text 11"/>
          <p:cNvSpPr/>
          <p:nvPr/>
        </p:nvSpPr>
        <p:spPr>
          <a:xfrm>
            <a:off x="3641509"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0278"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8.69%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2026-07-19T06:14:28Z</dcterms:created>
  <dcterms:modified xsi:type="dcterms:W3CDTF">2026-07-19T06:14:28Z</dcterms:modified>
</cp:coreProperties>
</file>