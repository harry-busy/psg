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32080200" cy="226314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12DF72-6862-6089-1244-E3D30AB2B91E}" v="6" dt="2021-09-20T12:52:47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u-Gabriel ANICA (108300)" userId="S::alexandru.anica@stud.acs.upb.ro::429869f6-b0c5-4542-b30a-40322695c735" providerId="AD" clId="Web-{F512DF72-6862-6089-1244-E3D30AB2B91E}"/>
    <pc:docChg chg="modSld">
      <pc:chgData name="Alexandru-Gabriel ANICA (108300)" userId="S::alexandru.anica@stud.acs.upb.ro::429869f6-b0c5-4542-b30a-40322695c735" providerId="AD" clId="Web-{F512DF72-6862-6089-1244-E3D30AB2B91E}" dt="2021-09-20T12:52:47.211" v="3" actId="20577"/>
      <pc:docMkLst>
        <pc:docMk/>
      </pc:docMkLst>
      <pc:sldChg chg="modSp">
        <pc:chgData name="Alexandru-Gabriel ANICA (108300)" userId="S::alexandru.anica@stud.acs.upb.ro::429869f6-b0c5-4542-b30a-40322695c735" providerId="AD" clId="Web-{F512DF72-6862-6089-1244-E3D30AB2B91E}" dt="2021-09-20T12:52:15.929" v="1" actId="20577"/>
        <pc:sldMkLst>
          <pc:docMk/>
          <pc:sldMk cId="0" sldId="256"/>
        </pc:sldMkLst>
        <pc:spChg chg="mod">
          <ac:chgData name="Alexandru-Gabriel ANICA (108300)" userId="S::alexandru.anica@stud.acs.upb.ro::429869f6-b0c5-4542-b30a-40322695c735" providerId="AD" clId="Web-{F512DF72-6862-6089-1244-E3D30AB2B91E}" dt="2021-09-20T12:52:15.929" v="1" actId="20577"/>
          <ac:spMkLst>
            <pc:docMk/>
            <pc:sldMk cId="0" sldId="256"/>
            <ac:spMk id="81" creationId="{00000000-0000-0000-0000-000000000000}"/>
          </ac:spMkLst>
        </pc:spChg>
      </pc:sldChg>
      <pc:sldChg chg="modSp">
        <pc:chgData name="Alexandru-Gabriel ANICA (108300)" userId="S::alexandru.anica@stud.acs.upb.ro::429869f6-b0c5-4542-b30a-40322695c735" providerId="AD" clId="Web-{F512DF72-6862-6089-1244-E3D30AB2B91E}" dt="2021-09-20T12:52:47.211" v="3" actId="20577"/>
        <pc:sldMkLst>
          <pc:docMk/>
          <pc:sldMk cId="0" sldId="257"/>
        </pc:sldMkLst>
        <pc:spChg chg="mod">
          <ac:chgData name="Alexandru-Gabriel ANICA (108300)" userId="S::alexandru.anica@stud.acs.upb.ro::429869f6-b0c5-4542-b30a-40322695c735" providerId="AD" clId="Web-{F512DF72-6862-6089-1244-E3D30AB2B91E}" dt="2021-09-20T12:52:47.211" v="3" actId="20577"/>
          <ac:spMkLst>
            <pc:docMk/>
            <pc:sldMk cId="0" sldId="257"/>
            <ac:spMk id="12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603800" y="902880"/>
            <a:ext cx="28871640" cy="17517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13652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211266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113652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211266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603800" y="902880"/>
            <a:ext cx="28871640" cy="17517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13652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211266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113652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211266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01" Type="http://schemas.openxmlformats.org/officeDocument/2006/relationships/image" Target="../media/imageJsReport50001.jpeg"/><Relationship Id="rId50002" Type="http://schemas.openxmlformats.org/officeDocument/2006/relationships/image" Target="../media/imageJsReport50002.jpeg"/><Relationship Id="rId50003" Type="http://schemas.openxmlformats.org/officeDocument/2006/relationships/image" Target="../media/imageJsReport50003.pn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04" Type="http://schemas.openxmlformats.org/officeDocument/2006/relationships/image" Target="../media/imageJsReport50004.png"/><Relationship Id="rId50005" Type="http://schemas.openxmlformats.org/officeDocument/2006/relationships/image" Target="../media/imageJsReport50005.jpeg"/><Relationship Id="rId50006" Type="http://schemas.openxmlformats.org/officeDocument/2006/relationships/image" Target="../media/imageJsReport50006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07" Type="http://schemas.openxmlformats.org/officeDocument/2006/relationships/image" Target="../media/imageJsReport50007.png"/><Relationship Id="rId50008" Type="http://schemas.openxmlformats.org/officeDocument/2006/relationships/image" Target="../media/imageJsReport50008.jpeg"/><Relationship Id="rId50009" Type="http://schemas.openxmlformats.org/officeDocument/2006/relationships/image" Target="../media/imageJsReport50009.pn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10" Type="http://schemas.openxmlformats.org/officeDocument/2006/relationships/image" Target="../media/imageJsReport50010.jpeg"/><Relationship Id="rId50011" Type="http://schemas.openxmlformats.org/officeDocument/2006/relationships/image" Target="../media/imageJsReport50011.jpeg"/><Relationship Id="rId50012" Type="http://schemas.openxmlformats.org/officeDocument/2006/relationships/image" Target="../media/imageJsReport50012.jpeg"/><Relationship Id="rId50013" Type="http://schemas.openxmlformats.org/officeDocument/2006/relationships/image" Target="../media/imageJsReport50013.jpeg"/><Relationship Id="rId50014" Type="http://schemas.openxmlformats.org/officeDocument/2006/relationships/image" Target="../media/imageJsReport50014.jpeg"/><Relationship Id="rId50015" Type="http://schemas.openxmlformats.org/officeDocument/2006/relationships/image" Target="../media/imageJsReport50015.jpeg"/><Relationship Id="rId50016" Type="http://schemas.openxmlformats.org/officeDocument/2006/relationships/image" Target="../media/imageJsReport50016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17" Type="http://schemas.openxmlformats.org/officeDocument/2006/relationships/image" Target="../media/imageJsReport50017.jpeg"/><Relationship Id="rId50018" Type="http://schemas.openxmlformats.org/officeDocument/2006/relationships/image" Target="../media/imageJsReport50018.jpeg"/><Relationship Id="rId50019" Type="http://schemas.openxmlformats.org/officeDocument/2006/relationships/image" Target="../media/imageJsReport50019.jpeg"/><Relationship Id="rId50020" Type="http://schemas.openxmlformats.org/officeDocument/2006/relationships/image" Target="../media/imageJsReport50020.jpeg"/><Relationship Id="rId50021" Type="http://schemas.openxmlformats.org/officeDocument/2006/relationships/image" Target="../media/imageJsReport50021.jpeg"/><Relationship Id="rId50022" Type="http://schemas.openxmlformats.org/officeDocument/2006/relationships/image" Target="../media/imageJsReport50022.jpeg"/><Relationship Id="rId50023" Type="http://schemas.openxmlformats.org/officeDocument/2006/relationships/image" Target="../media/imageJsReport50023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24" Type="http://schemas.openxmlformats.org/officeDocument/2006/relationships/image" Target="../media/imageJsReport50024.jpeg"/><Relationship Id="rId50025" Type="http://schemas.openxmlformats.org/officeDocument/2006/relationships/image" Target="../media/imageJsReport50025.png"/><Relationship Id="rId50026" Type="http://schemas.openxmlformats.org/officeDocument/2006/relationships/image" Target="../media/imageJsReport50026.pn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27" Type="http://schemas.openxmlformats.org/officeDocument/2006/relationships/image" Target="../media/imageJsReport50027.jpeg"/><Relationship Id="rId50028" Type="http://schemas.openxmlformats.org/officeDocument/2006/relationships/image" Target="../media/imageJsReport50028.png"/><Relationship Id="rId50029" Type="http://schemas.openxmlformats.org/officeDocument/2006/relationships/image" Target="../media/imageJsReport50029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30" Type="http://schemas.openxmlformats.org/officeDocument/2006/relationships/image" Target="../media/imageJsReport50030.jpeg"/><Relationship Id="rId50031" Type="http://schemas.openxmlformats.org/officeDocument/2006/relationships/image" Target="../media/imageJsReport50031.png"/><Relationship Id="rId50032" Type="http://schemas.openxmlformats.org/officeDocument/2006/relationships/image" Target="../media/imageJsReport50032.pn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33" Type="http://schemas.openxmlformats.org/officeDocument/2006/relationships/image" Target="../media/imageJsReport50033.jpeg"/><Relationship Id="rId50034" Type="http://schemas.openxmlformats.org/officeDocument/2006/relationships/image" Target="../media/imageJsReport50034.png"/><Relationship Id="rId50035" Type="http://schemas.openxmlformats.org/officeDocument/2006/relationships/image" Target="../media/imageJsReport50035.pn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36" Type="http://schemas.openxmlformats.org/officeDocument/2006/relationships/image" Target="../media/imageJsReport50036.png"/><Relationship Id="rId50037" Type="http://schemas.openxmlformats.org/officeDocument/2006/relationships/image" Target="../media/imageJsReport50037.png"/><Relationship Id="rId50038" Type="http://schemas.openxmlformats.org/officeDocument/2006/relationships/image" Target="../media/imageJsReport50038.jpeg"/><Relationship Id="rId50039" Type="http://schemas.openxmlformats.org/officeDocument/2006/relationships/image" Target="../media/imageJsReport50039.pn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40" Type="http://schemas.openxmlformats.org/officeDocument/2006/relationships/image" Target="../media/imageJsReport50040.png"/><Relationship Id="rId50041" Type="http://schemas.openxmlformats.org/officeDocument/2006/relationships/image" Target="../media/imageJsReport50041.png"/><Relationship Id="rId50042" Type="http://schemas.openxmlformats.org/officeDocument/2006/relationships/image" Target="../media/imageJsReport50042.jpeg"/><Relationship Id="rId50043" Type="http://schemas.openxmlformats.org/officeDocument/2006/relationships/image" Target="../media/imageJsReport50043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44" Type="http://schemas.openxmlformats.org/officeDocument/2006/relationships/image" Target="../media/imageJsReport50044.png"/><Relationship Id="rId50045" Type="http://schemas.openxmlformats.org/officeDocument/2006/relationships/image" Target="../media/imageJsReport50045.png"/><Relationship Id="rId50046" Type="http://schemas.openxmlformats.org/officeDocument/2006/relationships/image" Target="../media/imageJsReport50046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47" Type="http://schemas.openxmlformats.org/officeDocument/2006/relationships/image" Target="../media/imageJsReport50047.png"/><Relationship Id="rId50048" Type="http://schemas.openxmlformats.org/officeDocument/2006/relationships/image" Target="../media/imageJsReport50048.jpeg"/><Relationship Id="rId50049" Type="http://schemas.openxmlformats.org/officeDocument/2006/relationships/image" Target="../media/imageJsReport50049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0" Type="http://schemas.openxmlformats.org/officeDocument/2006/relationships/image" Target="../media/imageJsReport50050.png"/><Relationship Id="rId50051" Type="http://schemas.openxmlformats.org/officeDocument/2006/relationships/image" Target="../media/imageJsReport50051.jpeg"/><Relationship Id="rId50052" Type="http://schemas.openxmlformats.org/officeDocument/2006/relationships/image" Target="../media/imageJsReport50052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3" Type="http://schemas.openxmlformats.org/officeDocument/2006/relationships/image" Target="../media/imageJsReport50053.png"/><Relationship Id="rId50054" Type="http://schemas.openxmlformats.org/officeDocument/2006/relationships/image" Target="../media/imageJsReport50054.jpeg"/><Relationship Id="rId50055" Type="http://schemas.openxmlformats.org/officeDocument/2006/relationships/image" Target="../media/imageJsReport50055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6" Type="http://schemas.openxmlformats.org/officeDocument/2006/relationships/image" Target="../media/imageJsReport50056.png"/><Relationship Id="rId50057" Type="http://schemas.openxmlformats.org/officeDocument/2006/relationships/image" Target="../media/imageJsReport50057.jpeg"/><Relationship Id="rId50058" Type="http://schemas.openxmlformats.org/officeDocument/2006/relationships/image" Target="../media/imageJsReport50058.png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59" Type="http://schemas.openxmlformats.org/officeDocument/2006/relationships/image" Target="../media/imageJsReport50059.png"/><Relationship Id="rId50060" Type="http://schemas.openxmlformats.org/officeDocument/2006/relationships/image" Target="../media/imageJsReport50060.png"/><Relationship Id="rId50061" Type="http://schemas.openxmlformats.org/officeDocument/2006/relationships/image" Target="../media/imageJsReport50061.jpeg"/><Relationship Id="rId50062" Type="http://schemas.openxmlformats.org/officeDocument/2006/relationships/image" Target="../media/imageJsReport50062.png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63" Type="http://schemas.openxmlformats.org/officeDocument/2006/relationships/image" Target="../media/imageJsReport50063.png"/><Relationship Id="rId50064" Type="http://schemas.openxmlformats.org/officeDocument/2006/relationships/image" Target="../media/imageJsReport50064.png"/><Relationship Id="rId50065" Type="http://schemas.openxmlformats.org/officeDocument/2006/relationships/image" Target="../media/imageJsReport50065.jpeg"/><Relationship Id="rId50066" Type="http://schemas.openxmlformats.org/officeDocument/2006/relationships/image" Target="../media/imageJsReport50066.png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Relationship Id="rId50067" Type="http://schemas.openxmlformats.org/officeDocument/2006/relationships/image" Target="../media/imageJsReport50067.png"/><Relationship Id="rId50068" Type="http://schemas.openxmlformats.org/officeDocument/2006/relationships/image" Target="../media/imageJsReport50068.jpeg"/><Relationship Id="rId50069" Type="http://schemas.openxmlformats.org/officeDocument/2006/relationships/image" Target="../media/imageJsReport50069.png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Relationship Id="rId50070" Type="http://schemas.openxmlformats.org/officeDocument/2006/relationships/image" Target="../media/imageJsReport50070.png"/><Relationship Id="rId50071" Type="http://schemas.openxmlformats.org/officeDocument/2006/relationships/image" Target="../media/imageJsReport50071.jpeg"/><Relationship Id="rId50072" Type="http://schemas.openxmlformats.org/officeDocument/2006/relationships/image" Target="../media/imageJsReport500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3848040" y="9789120"/>
            <a:ext cx="291600" cy="291600"/>
          </a:xfrm>
          <a:prstGeom prst="ellipse">
            <a:avLst/>
          </a:prstGeom>
          <a:solidFill>
            <a:srgbClr val="C3E4D3"/>
          </a:solidFill>
          <a:ln w="25560">
            <a:solidFill>
              <a:srgbClr val="C3E4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" name="CustomShape 2"/>
          <p:cNvSpPr/>
          <p:nvPr/>
        </p:nvSpPr>
        <p:spPr>
          <a:xfrm>
            <a:off x="8229600" y="7389360"/>
            <a:ext cx="2383776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" name="CustomShape 3"/>
          <p:cNvSpPr/>
          <p:nvPr/>
        </p:nvSpPr>
        <p:spPr>
          <a:xfrm>
            <a:off x="5829840" y="9865800"/>
            <a:ext cx="2623752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4"/>
          <p:cNvSpPr/>
          <p:nvPr/>
        </p:nvSpPr>
        <p:spPr>
          <a:xfrm>
            <a:off x="3466800" y="12342240"/>
            <a:ext cx="2860056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" name="CustomShape 5"/>
          <p:cNvSpPr/>
          <p:nvPr/>
        </p:nvSpPr>
        <p:spPr>
          <a:xfrm>
            <a:off x="4439880" y="5259600"/>
            <a:ext cx="23776200" cy="164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0" b="0" strike="noStrike" spc="-4">
                <a:solidFill>
                  <a:srgbClr val="000000"/>
                </a:solidFill>
                <a:latin typeface="Arial"/>
                <a:ea typeface="Arial"/>
              </a:rPr>
              <a:t>Instagram Social Report </a:t>
            </a:r>
            <a:endParaRPr lang="en-US" sz="9000" b="0" strike="noStrike" spc="-1">
              <a:latin typeface="Arial"/>
            </a:endParaRPr>
          </a:p>
        </p:txBody>
      </p:sp>
      <p:sp>
        <p:nvSpPr>
          <p:cNvPr id="81" name="CustomShape 6"/>
          <p:cNvSpPr/>
          <p:nvPr/>
        </p:nvSpPr>
        <p:spPr>
          <a:xfrm>
            <a:off x="4439880" y="11297756"/>
            <a:ext cx="23776200" cy="918968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4200" b="0" i="1" strike="noStrike" spc="-4" dirty="0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r>
              <a:rPr lang="en-US" sz="4200" i="1" spc="-4" dirty="0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lang="en-US" sz="4200" b="0" strike="noStrike" spc="-1" dirty="0">
              <a:latin typeface="Arial"/>
            </a:endParaRPr>
          </a:p>
        </p:txBody>
      </p:sp>
      <p:sp>
        <p:nvSpPr>
          <p:cNvPr id="82" name="CustomShape 7"/>
          <p:cNvSpPr/>
          <p:nvPr/>
        </p:nvSpPr>
        <p:spPr>
          <a:xfrm>
            <a:off x="5544720" y="8580240"/>
            <a:ext cx="26397360" cy="1093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DIYAM HOUSE OF SILVER  vs  SILVANA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83" name="Group 8"/>
          <p:cNvGrpSpPr/>
          <p:nvPr/>
        </p:nvGrpSpPr>
        <p:grpSpPr>
          <a:xfrm>
            <a:off x="2744280" y="2102760"/>
            <a:ext cx="2000250" cy="2000250"/>
            <a:chOff x="2744280" y="2102760"/>
            <a:chExt cx="3839400" cy="3259800"/>
          </a:xfrm>
        </p:grpSpPr>
        <p:pic>
          <p:nvPicPr>
            <p:cNvPr id="84" name="Google Shape;73;p14_0" descr="Google Shape;73;p14_0"/>
            <p:cNvPicPr/>
            <p:nvPr/>
          </p:nvPicPr>
          <p:blipFill>
            <a:blip r:embed="rId50001"/>
            <a:stretch/>
          </p:blipFill>
          <p:spPr>
            <a:xfrm>
              <a:off x="2744280" y="2102760"/>
              <a:ext cx="3839400" cy="32598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86" name="Group 10"/>
          <p:cNvGrpSpPr/>
          <p:nvPr/>
        </p:nvGrpSpPr>
        <p:grpSpPr>
          <a:xfrm>
            <a:off x="27369360" y="2103840"/>
            <a:ext cx="2000250" cy="2000250"/>
            <a:chOff x="27369360" y="2103840"/>
            <a:chExt cx="4543200" cy="4485600"/>
          </a:xfrm>
        </p:grpSpPr>
        <p:pic>
          <p:nvPicPr>
            <p:cNvPr id="87" name="Google Shape;73;p14_2" descr="Google Shape;73;p14_2"/>
            <p:cNvPicPr/>
            <p:nvPr/>
          </p:nvPicPr>
          <p:blipFill>
            <a:blip r:embed="rId50002"/>
            <a:stretch/>
          </p:blipFill>
          <p:spPr>
            <a:xfrm>
              <a:off x="27369360" y="2103840"/>
              <a:ext cx="4543200" cy="44856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89" name="Group 12"/>
          <p:cNvGrpSpPr/>
          <p:nvPr/>
        </p:nvGrpSpPr>
        <p:grpSpPr>
          <a:xfrm>
            <a:off x="6384240" y="2100960"/>
            <a:ext cx="18288000" cy="12192000"/>
            <a:chOff x="6384240" y="2100960"/>
            <a:chExt cx="4007520" cy="3107160"/>
          </a:xfrm>
        </p:grpSpPr>
        <p:pic>
          <p:nvPicPr>
            <p:cNvPr id="90" name="Google Shape;73;p14_1" descr="Google Shape;73;p14"/>
            <p:cNvPicPr/>
            <p:nvPr/>
          </p:nvPicPr>
          <p:blipFill>
            <a:blip r:embed="rId50003"/>
            <a:stretch/>
          </p:blipFill>
          <p:spPr>
            <a:xfrm>
              <a:off x="6384240" y="210096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96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97" name="Object 7_1" descr="Object 7_1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98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Profile summary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99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Key metrics of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0" name="CustomShape 8"/>
          <p:cNvSpPr/>
          <p:nvPr/>
        </p:nvSpPr>
        <p:spPr>
          <a:xfrm>
            <a:off x="270540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1" name="CustomShape 9"/>
          <p:cNvSpPr/>
          <p:nvPr/>
        </p:nvSpPr>
        <p:spPr>
          <a:xfrm>
            <a:off x="2840400" y="5702040"/>
            <a:ext cx="414612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39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2" name="CustomShape 10"/>
          <p:cNvSpPr/>
          <p:nvPr/>
        </p:nvSpPr>
        <p:spPr>
          <a:xfrm>
            <a:off x="4249800" y="8299440"/>
            <a:ext cx="239792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3" name="CustomShape 11"/>
          <p:cNvSpPr/>
          <p:nvPr/>
        </p:nvSpPr>
        <p:spPr>
          <a:xfrm>
            <a:off x="841968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12"/>
          <p:cNvSpPr/>
          <p:nvPr/>
        </p:nvSpPr>
        <p:spPr>
          <a:xfrm>
            <a:off x="8554680" y="5046480"/>
            <a:ext cx="413640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135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5" name="CustomShape 13"/>
          <p:cNvSpPr/>
          <p:nvPr/>
        </p:nvSpPr>
        <p:spPr>
          <a:xfrm>
            <a:off x="9261000" y="82994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6" name="CustomShape 14"/>
          <p:cNvSpPr/>
          <p:nvPr/>
        </p:nvSpPr>
        <p:spPr>
          <a:xfrm>
            <a:off x="270540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CustomShape 15"/>
          <p:cNvSpPr/>
          <p:nvPr/>
        </p:nvSpPr>
        <p:spPr>
          <a:xfrm>
            <a:off x="2906280" y="7863480"/>
            <a:ext cx="4070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3.5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8" name="CustomShape 16"/>
          <p:cNvSpPr/>
          <p:nvPr/>
        </p:nvSpPr>
        <p:spPr>
          <a:xfrm>
            <a:off x="3021840" y="13070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9" name="CustomShape 17"/>
          <p:cNvSpPr/>
          <p:nvPr/>
        </p:nvSpPr>
        <p:spPr>
          <a:xfrm>
            <a:off x="4396680" y="13810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0" name="CustomShape 18"/>
          <p:cNvSpPr/>
          <p:nvPr/>
        </p:nvSpPr>
        <p:spPr>
          <a:xfrm>
            <a:off x="841968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1" name="CustomShape 19"/>
          <p:cNvSpPr/>
          <p:nvPr/>
        </p:nvSpPr>
        <p:spPr>
          <a:xfrm>
            <a:off x="8554680" y="861228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1.2%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12" name="CustomShape 20"/>
          <p:cNvSpPr/>
          <p:nvPr/>
        </p:nvSpPr>
        <p:spPr>
          <a:xfrm>
            <a:off x="8726400" y="131000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3" name="CustomShape 21"/>
          <p:cNvSpPr/>
          <p:nvPr/>
        </p:nvSpPr>
        <p:spPr>
          <a:xfrm>
            <a:off x="9613080" y="138150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4" name="CustomShape 22"/>
          <p:cNvSpPr/>
          <p:nvPr/>
        </p:nvSpPr>
        <p:spPr>
          <a:xfrm>
            <a:off x="270540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5" name="CustomShape 23"/>
          <p:cNvSpPr/>
          <p:nvPr/>
        </p:nvSpPr>
        <p:spPr>
          <a:xfrm>
            <a:off x="2840400" y="12949200"/>
            <a:ext cx="413640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16" name="CustomShape 24"/>
          <p:cNvSpPr/>
          <p:nvPr/>
        </p:nvSpPr>
        <p:spPr>
          <a:xfrm>
            <a:off x="2953800" y="18009360"/>
            <a:ext cx="3970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7" name="CustomShape 25"/>
          <p:cNvSpPr/>
          <p:nvPr/>
        </p:nvSpPr>
        <p:spPr>
          <a:xfrm>
            <a:off x="3668760" y="18767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8" name="CustomShape 26"/>
          <p:cNvSpPr/>
          <p:nvPr/>
        </p:nvSpPr>
        <p:spPr>
          <a:xfrm>
            <a:off x="841968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9" name="CustomShape 27"/>
          <p:cNvSpPr/>
          <p:nvPr/>
        </p:nvSpPr>
        <p:spPr>
          <a:xfrm>
            <a:off x="8554680" y="14259240"/>
            <a:ext cx="4136400" cy="551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20" name="CustomShape 28"/>
          <p:cNvSpPr/>
          <p:nvPr/>
        </p:nvSpPr>
        <p:spPr>
          <a:xfrm>
            <a:off x="914868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profile growth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1" name="CustomShape 29"/>
          <p:cNvSpPr/>
          <p:nvPr/>
        </p:nvSpPr>
        <p:spPr>
          <a:xfrm>
            <a:off x="16175160" y="6078381"/>
            <a:ext cx="23776200" cy="765079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Followers'  evolution</a:t>
            </a:r>
            <a:r>
              <a:rPr lang="en-US" sz="3200" spc="-4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22" name="CustomShape 30"/>
          <p:cNvSpPr/>
          <p:nvPr/>
        </p:nvSpPr>
        <p:spPr>
          <a:xfrm>
            <a:off x="16040160" y="1507932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CustomShape 31"/>
          <p:cNvSpPr/>
          <p:nvPr/>
        </p:nvSpPr>
        <p:spPr>
          <a:xfrm>
            <a:off x="16040160" y="1625976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4" name="CustomShape 32"/>
          <p:cNvSpPr/>
          <p:nvPr/>
        </p:nvSpPr>
        <p:spPr>
          <a:xfrm>
            <a:off x="16040160" y="1744128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CustomShape 33"/>
          <p:cNvSpPr/>
          <p:nvPr/>
        </p:nvSpPr>
        <p:spPr>
          <a:xfrm>
            <a:off x="15959160" y="14922360"/>
            <a:ext cx="672192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6" name="CustomShape 34"/>
          <p:cNvSpPr/>
          <p:nvPr/>
        </p:nvSpPr>
        <p:spPr>
          <a:xfrm>
            <a:off x="15959160" y="16102800"/>
            <a:ext cx="900720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Eng. Rate/Post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7" name="CustomShape 35"/>
          <p:cNvSpPr/>
          <p:nvPr/>
        </p:nvSpPr>
        <p:spPr>
          <a:xfrm>
            <a:off x="15959160" y="17558280"/>
            <a:ext cx="10288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Eng. Rate/Profile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8" name="CustomShape 36"/>
          <p:cNvSpPr/>
          <p:nvPr/>
        </p:nvSpPr>
        <p:spPr>
          <a:xfrm>
            <a:off x="25991280" y="15650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CustomShape 37"/>
          <p:cNvSpPr/>
          <p:nvPr/>
        </p:nvSpPr>
        <p:spPr>
          <a:xfrm>
            <a:off x="25463160" y="16576560"/>
            <a:ext cx="5479920" cy="10922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281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30" name="CustomShape 38"/>
          <p:cNvSpPr/>
          <p:nvPr/>
        </p:nvSpPr>
        <p:spPr>
          <a:xfrm>
            <a:off x="27249480" y="18160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1" name="CustomShape 39"/>
          <p:cNvSpPr/>
          <p:nvPr/>
        </p:nvSpPr>
        <p:spPr>
          <a:xfrm>
            <a:off x="18011160" y="15196320"/>
            <a:ext cx="67219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0.4%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2" name="CustomShape 40"/>
          <p:cNvSpPr/>
          <p:nvPr/>
        </p:nvSpPr>
        <p:spPr>
          <a:xfrm>
            <a:off x="18345960" y="16334640"/>
            <a:ext cx="64130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3" name="CustomShape 41"/>
          <p:cNvSpPr/>
          <p:nvPr/>
        </p:nvSpPr>
        <p:spPr>
          <a:xfrm>
            <a:off x="17538120" y="17558280"/>
            <a:ext cx="72878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134" name="Group 42"/>
          <p:cNvGrpSpPr/>
          <p:nvPr/>
        </p:nvGrpSpPr>
        <p:grpSpPr>
          <a:xfrm>
            <a:off x="16047720" y="8065440"/>
            <a:ext cx="13487400" cy="5715000"/>
            <a:chOff x="16047720" y="8065440"/>
            <a:chExt cx="13485960" cy="5393520"/>
          </a:xfrm>
        </p:grpSpPr>
        <p:pic>
          <p:nvPicPr>
            <p:cNvPr id="135" name="Google Shape;73;p14_3" descr="Google Shape;73;p14_3"/>
            <p:cNvPicPr/>
            <p:nvPr/>
          </p:nvPicPr>
          <p:blipFill>
            <a:blip r:embed="rId50004"/>
            <a:stretch/>
          </p:blipFill>
          <p:spPr>
            <a:xfrm>
              <a:off x="16047720" y="8065440"/>
              <a:ext cx="13485960" cy="53935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37" name="Group 4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138" name="Google Shape;220;p17_1" descr="Google Shape;220;p17_0"/>
            <p:cNvPicPr/>
            <p:nvPr/>
          </p:nvPicPr>
          <p:blipFill>
            <a:blip r:embed="rId5000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40" name="Group 4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141" name="Google Shape;73;p14_4" descr="Google Shape;73;p14"/>
            <p:cNvPicPr/>
            <p:nvPr/>
          </p:nvPicPr>
          <p:blipFill>
            <a:blip r:embed="rId5000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4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6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147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148" name="Object 7_2" descr="Object 7_2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149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Profile summary • SILVANA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150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Key metrics of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1" name="CustomShape 8"/>
          <p:cNvSpPr/>
          <p:nvPr/>
        </p:nvSpPr>
        <p:spPr>
          <a:xfrm>
            <a:off x="270540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2" name="CustomShape 9"/>
          <p:cNvSpPr/>
          <p:nvPr/>
        </p:nvSpPr>
        <p:spPr>
          <a:xfrm>
            <a:off x="2840400" y="5702040"/>
            <a:ext cx="414612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3" name="CustomShape 10"/>
          <p:cNvSpPr/>
          <p:nvPr/>
        </p:nvSpPr>
        <p:spPr>
          <a:xfrm>
            <a:off x="4249800" y="8299440"/>
            <a:ext cx="239792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4" name="CustomShape 11"/>
          <p:cNvSpPr/>
          <p:nvPr/>
        </p:nvSpPr>
        <p:spPr>
          <a:xfrm>
            <a:off x="841968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5" name="CustomShape 12"/>
          <p:cNvSpPr/>
          <p:nvPr/>
        </p:nvSpPr>
        <p:spPr>
          <a:xfrm>
            <a:off x="8554680" y="5046480"/>
            <a:ext cx="413640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178.7K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6" name="CustomShape 13"/>
          <p:cNvSpPr/>
          <p:nvPr/>
        </p:nvSpPr>
        <p:spPr>
          <a:xfrm>
            <a:off x="9261000" y="82994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7" name="CustomShape 14"/>
          <p:cNvSpPr/>
          <p:nvPr/>
        </p:nvSpPr>
        <p:spPr>
          <a:xfrm>
            <a:off x="270540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8" name="CustomShape 15"/>
          <p:cNvSpPr/>
          <p:nvPr/>
        </p:nvSpPr>
        <p:spPr>
          <a:xfrm>
            <a:off x="2906280" y="7863480"/>
            <a:ext cx="4070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3249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9" name="CustomShape 16"/>
          <p:cNvSpPr/>
          <p:nvPr/>
        </p:nvSpPr>
        <p:spPr>
          <a:xfrm>
            <a:off x="3021840" y="13070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0" name="CustomShape 17"/>
          <p:cNvSpPr/>
          <p:nvPr/>
        </p:nvSpPr>
        <p:spPr>
          <a:xfrm>
            <a:off x="4396680" y="13810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1" name="CustomShape 18"/>
          <p:cNvSpPr/>
          <p:nvPr/>
        </p:nvSpPr>
        <p:spPr>
          <a:xfrm>
            <a:off x="841968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CustomShape 19"/>
          <p:cNvSpPr/>
          <p:nvPr/>
        </p:nvSpPr>
        <p:spPr>
          <a:xfrm>
            <a:off x="8554680" y="861228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5.4%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63" name="CustomShape 20"/>
          <p:cNvSpPr/>
          <p:nvPr/>
        </p:nvSpPr>
        <p:spPr>
          <a:xfrm>
            <a:off x="8726400" y="131000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4" name="CustomShape 21"/>
          <p:cNvSpPr/>
          <p:nvPr/>
        </p:nvSpPr>
        <p:spPr>
          <a:xfrm>
            <a:off x="9613080" y="138150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5" name="CustomShape 22"/>
          <p:cNvSpPr/>
          <p:nvPr/>
        </p:nvSpPr>
        <p:spPr>
          <a:xfrm>
            <a:off x="270540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6" name="CustomShape 23"/>
          <p:cNvSpPr/>
          <p:nvPr/>
        </p:nvSpPr>
        <p:spPr>
          <a:xfrm>
            <a:off x="2840400" y="12949200"/>
            <a:ext cx="413640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67" name="CustomShape 24"/>
          <p:cNvSpPr/>
          <p:nvPr/>
        </p:nvSpPr>
        <p:spPr>
          <a:xfrm>
            <a:off x="2953800" y="18009360"/>
            <a:ext cx="3970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8" name="CustomShape 25"/>
          <p:cNvSpPr/>
          <p:nvPr/>
        </p:nvSpPr>
        <p:spPr>
          <a:xfrm>
            <a:off x="3668760" y="18767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9" name="CustomShape 26"/>
          <p:cNvSpPr/>
          <p:nvPr/>
        </p:nvSpPr>
        <p:spPr>
          <a:xfrm>
            <a:off x="841968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0" name="CustomShape 27"/>
          <p:cNvSpPr/>
          <p:nvPr/>
        </p:nvSpPr>
        <p:spPr>
          <a:xfrm>
            <a:off x="8554680" y="14259240"/>
            <a:ext cx="4136400" cy="551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504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71" name="CustomShape 28"/>
          <p:cNvSpPr/>
          <p:nvPr/>
        </p:nvSpPr>
        <p:spPr>
          <a:xfrm>
            <a:off x="914868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profile growth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2" name="CustomShape 29"/>
          <p:cNvSpPr/>
          <p:nvPr/>
        </p:nvSpPr>
        <p:spPr>
          <a:xfrm>
            <a:off x="16175160" y="6082560"/>
            <a:ext cx="23776200" cy="756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Followers'  evolution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73" name="CustomShape 30"/>
          <p:cNvSpPr/>
          <p:nvPr/>
        </p:nvSpPr>
        <p:spPr>
          <a:xfrm>
            <a:off x="16040160" y="1507932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CustomShape 31"/>
          <p:cNvSpPr/>
          <p:nvPr/>
        </p:nvSpPr>
        <p:spPr>
          <a:xfrm>
            <a:off x="16040160" y="1625976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32"/>
          <p:cNvSpPr/>
          <p:nvPr/>
        </p:nvSpPr>
        <p:spPr>
          <a:xfrm>
            <a:off x="16040160" y="1744128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33"/>
          <p:cNvSpPr/>
          <p:nvPr/>
        </p:nvSpPr>
        <p:spPr>
          <a:xfrm>
            <a:off x="15959160" y="14922360"/>
            <a:ext cx="672192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7" name="CustomShape 34"/>
          <p:cNvSpPr/>
          <p:nvPr/>
        </p:nvSpPr>
        <p:spPr>
          <a:xfrm>
            <a:off x="15959160" y="16102800"/>
            <a:ext cx="900720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Eng. Rate/Post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8" name="CustomShape 35"/>
          <p:cNvSpPr/>
          <p:nvPr/>
        </p:nvSpPr>
        <p:spPr>
          <a:xfrm>
            <a:off x="15959160" y="17558280"/>
            <a:ext cx="10288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Eng. Rate/Profile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9" name="CustomShape 36"/>
          <p:cNvSpPr/>
          <p:nvPr/>
        </p:nvSpPr>
        <p:spPr>
          <a:xfrm>
            <a:off x="25991280" y="15650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0" name="CustomShape 37"/>
          <p:cNvSpPr/>
          <p:nvPr/>
        </p:nvSpPr>
        <p:spPr>
          <a:xfrm>
            <a:off x="25463160" y="16576560"/>
            <a:ext cx="5479920" cy="10922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60012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81" name="CustomShape 38"/>
          <p:cNvSpPr/>
          <p:nvPr/>
        </p:nvSpPr>
        <p:spPr>
          <a:xfrm>
            <a:off x="27249480" y="18160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2" name="CustomShape 39"/>
          <p:cNvSpPr/>
          <p:nvPr/>
        </p:nvSpPr>
        <p:spPr>
          <a:xfrm>
            <a:off x="18011160" y="15196320"/>
            <a:ext cx="67219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0.8%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3" name="CustomShape 40"/>
          <p:cNvSpPr/>
          <p:nvPr/>
        </p:nvSpPr>
        <p:spPr>
          <a:xfrm>
            <a:off x="18345960" y="16334640"/>
            <a:ext cx="64130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4" name="CustomShape 41"/>
          <p:cNvSpPr/>
          <p:nvPr/>
        </p:nvSpPr>
        <p:spPr>
          <a:xfrm>
            <a:off x="17538120" y="17558280"/>
            <a:ext cx="72878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185" name="Group 42"/>
          <p:cNvGrpSpPr/>
          <p:nvPr/>
        </p:nvGrpSpPr>
        <p:grpSpPr>
          <a:xfrm>
            <a:off x="16047720" y="8065440"/>
            <a:ext cx="13487400" cy="5715000"/>
            <a:chOff x="16047720" y="8065440"/>
            <a:chExt cx="13485960" cy="5393520"/>
          </a:xfrm>
        </p:grpSpPr>
        <p:pic>
          <p:nvPicPr>
            <p:cNvPr id="186" name="Google Shape;73;p14_5" descr="Google Shape;73;p14_5"/>
            <p:cNvPicPr/>
            <p:nvPr/>
          </p:nvPicPr>
          <p:blipFill>
            <a:blip r:embed="rId50007"/>
            <a:stretch/>
          </p:blipFill>
          <p:spPr>
            <a:xfrm>
              <a:off x="16047720" y="8065440"/>
              <a:ext cx="13485960" cy="53935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88" name="Group 4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189" name="Google Shape;220;p17_17" descr="Google Shape;220;p17_0"/>
            <p:cNvPicPr/>
            <p:nvPr/>
          </p:nvPicPr>
          <p:blipFill>
            <a:blip r:embed="rId5000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91" name="Group 4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192" name="Google Shape;73;p14_6" descr="Google Shape;73;p14"/>
            <p:cNvPicPr/>
            <p:nvPr/>
          </p:nvPicPr>
          <p:blipFill>
            <a:blip r:embed="rId5000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2272320" y="242136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5" name="CustomShape 2"/>
          <p:cNvSpPr/>
          <p:nvPr/>
        </p:nvSpPr>
        <p:spPr>
          <a:xfrm>
            <a:off x="3884760" y="2534760"/>
            <a:ext cx="2816208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6" name="CustomShape 3"/>
          <p:cNvSpPr/>
          <p:nvPr/>
        </p:nvSpPr>
        <p:spPr>
          <a:xfrm>
            <a:off x="2285280" y="264924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7" name="CustomShape 4"/>
          <p:cNvSpPr/>
          <p:nvPr/>
        </p:nvSpPr>
        <p:spPr>
          <a:xfrm>
            <a:off x="2839320" y="1662120"/>
            <a:ext cx="2375676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198" name="CustomShape 5"/>
          <p:cNvSpPr/>
          <p:nvPr/>
        </p:nvSpPr>
        <p:spPr>
          <a:xfrm>
            <a:off x="23336640" y="181368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99" name="CustomShape 6"/>
          <p:cNvSpPr/>
          <p:nvPr/>
        </p:nvSpPr>
        <p:spPr>
          <a:xfrm>
            <a:off x="2839320" y="3589920"/>
            <a:ext cx="2375676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Top posts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00" name="CustomShape 7"/>
          <p:cNvSpPr/>
          <p:nvPr/>
        </p:nvSpPr>
        <p:spPr>
          <a:xfrm>
            <a:off x="2839320" y="440460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The most engaging 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01" name="CustomShape 8"/>
          <p:cNvSpPr/>
          <p:nvPr/>
        </p:nvSpPr>
        <p:spPr>
          <a:xfrm>
            <a:off x="295380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Date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2" name="CustomShape 9"/>
          <p:cNvSpPr/>
          <p:nvPr/>
        </p:nvSpPr>
        <p:spPr>
          <a:xfrm>
            <a:off x="516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Image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3" name="CustomShape 10"/>
          <p:cNvSpPr/>
          <p:nvPr/>
        </p:nvSpPr>
        <p:spPr>
          <a:xfrm>
            <a:off x="73731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Text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4" name="CustomShape 11"/>
          <p:cNvSpPr/>
          <p:nvPr/>
        </p:nvSpPr>
        <p:spPr>
          <a:xfrm>
            <a:off x="193935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Type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5" name="CustomShape 12"/>
          <p:cNvSpPr/>
          <p:nvPr/>
        </p:nvSpPr>
        <p:spPr>
          <a:xfrm>
            <a:off x="2207412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6" name="CustomShape 13"/>
          <p:cNvSpPr/>
          <p:nvPr/>
        </p:nvSpPr>
        <p:spPr>
          <a:xfrm>
            <a:off x="243982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7" name="CustomShape 14"/>
          <p:cNvSpPr/>
          <p:nvPr/>
        </p:nvSpPr>
        <p:spPr>
          <a:xfrm>
            <a:off x="2649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8" name="CustomShape 15"/>
          <p:cNvSpPr/>
          <p:nvPr/>
        </p:nvSpPr>
        <p:spPr>
          <a:xfrm>
            <a:off x="268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9" name="CustomShape 16"/>
          <p:cNvSpPr/>
          <p:nvPr/>
        </p:nvSpPr>
        <p:spPr>
          <a:xfrm>
            <a:off x="489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0" name="CustomShape 17"/>
          <p:cNvSpPr/>
          <p:nvPr/>
        </p:nvSpPr>
        <p:spPr>
          <a:xfrm>
            <a:off x="710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1" name="CustomShape 18"/>
          <p:cNvSpPr/>
          <p:nvPr/>
        </p:nvSpPr>
        <p:spPr>
          <a:xfrm>
            <a:off x="1884384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CustomShape 19"/>
          <p:cNvSpPr/>
          <p:nvPr/>
        </p:nvSpPr>
        <p:spPr>
          <a:xfrm>
            <a:off x="2180952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3" name="CustomShape 20"/>
          <p:cNvSpPr/>
          <p:nvPr/>
        </p:nvSpPr>
        <p:spPr>
          <a:xfrm>
            <a:off x="2401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4" name="CustomShape 21"/>
          <p:cNvSpPr/>
          <p:nvPr/>
        </p:nvSpPr>
        <p:spPr>
          <a:xfrm>
            <a:off x="2622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5" name="CustomShape 22"/>
          <p:cNvSpPr/>
          <p:nvPr/>
        </p:nvSpPr>
        <p:spPr>
          <a:xfrm>
            <a:off x="2843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6" name="CustomShape 23"/>
          <p:cNvSpPr/>
          <p:nvPr/>
        </p:nvSpPr>
        <p:spPr>
          <a:xfrm>
            <a:off x="3151440" y="7615080"/>
            <a:ext cx="1347840" cy="68533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02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21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27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26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17 Jul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17" name="CustomShape 24"/>
          <p:cNvSpPr/>
          <p:nvPr/>
        </p:nvSpPr>
        <p:spPr>
          <a:xfrm>
            <a:off x="18993960" y="7541640"/>
            <a:ext cx="2684880" cy="1732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18" name="CustomShape 25"/>
          <p:cNvSpPr/>
          <p:nvPr/>
        </p:nvSpPr>
        <p:spPr>
          <a:xfrm>
            <a:off x="21563280" y="7541640"/>
            <a:ext cx="2342520" cy="3681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8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19" name="CustomShape 26"/>
          <p:cNvSpPr/>
          <p:nvPr/>
        </p:nvSpPr>
        <p:spPr>
          <a:xfrm>
            <a:off x="24580800" y="7541640"/>
            <a:ext cx="2170800" cy="4656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20" name="CustomShape 27"/>
          <p:cNvSpPr/>
          <p:nvPr/>
        </p:nvSpPr>
        <p:spPr>
          <a:xfrm>
            <a:off x="26775360" y="7529760"/>
            <a:ext cx="1896480" cy="5144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221" name="Group 28"/>
          <p:cNvGrpSpPr/>
          <p:nvPr/>
        </p:nvGrpSpPr>
        <p:grpSpPr>
          <a:xfrm>
            <a:off x="5155920" y="7132320"/>
            <a:ext cx="762000" cy="514350"/>
            <a:chOff x="5155920" y="7132320"/>
            <a:chExt cx="1624320" cy="5382360"/>
          </a:xfrm>
        </p:grpSpPr>
        <p:pic>
          <p:nvPicPr>
            <p:cNvPr id="222" name="Google Shape;184;p16_7" descr="Google Shape;184;p16_7"/>
            <p:cNvPicPr/>
            <p:nvPr/>
          </p:nvPicPr>
          <p:blipFill>
            <a:blip r:embed="rId50010"/>
            <a:stretch/>
          </p:blipFill>
          <p:spPr>
            <a:xfrm>
              <a:off x="5155920" y="713232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24" name="Group 30"/>
          <p:cNvGrpSpPr/>
          <p:nvPr/>
        </p:nvGrpSpPr>
        <p:grpSpPr>
          <a:xfrm>
            <a:off x="5155920" y="9408960"/>
            <a:ext cx="1905000" cy="1905000"/>
            <a:chOff x="5155920" y="9408960"/>
            <a:chExt cx="1624320" cy="5382360"/>
          </a:xfrm>
        </p:grpSpPr>
        <p:pic>
          <p:nvPicPr>
            <p:cNvPr id="225" name="Google Shape;184;p16_8" descr="Google Shape;184;p16_8"/>
            <p:cNvPicPr/>
            <p:nvPr/>
          </p:nvPicPr>
          <p:blipFill>
            <a:blip r:embed="rId50011"/>
            <a:stretch/>
          </p:blipFill>
          <p:spPr>
            <a:xfrm>
              <a:off x="5155920" y="940896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27" name="Group 32"/>
          <p:cNvGrpSpPr/>
          <p:nvPr/>
        </p:nvGrpSpPr>
        <p:grpSpPr>
          <a:xfrm>
            <a:off x="5155920" y="11686680"/>
            <a:ext cx="1905000" cy="1905000"/>
            <a:chOff x="5155920" y="11686680"/>
            <a:chExt cx="1624320" cy="5382360"/>
          </a:xfrm>
        </p:grpSpPr>
        <p:pic>
          <p:nvPicPr>
            <p:cNvPr id="228" name="Google Shape;184;p16_9" descr="Google Shape;184;p16_9"/>
            <p:cNvPicPr/>
            <p:nvPr/>
          </p:nvPicPr>
          <p:blipFill>
            <a:blip r:embed="rId50012"/>
            <a:stretch/>
          </p:blipFill>
          <p:spPr>
            <a:xfrm>
              <a:off x="5155920" y="1168668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30" name="Group 34"/>
          <p:cNvGrpSpPr/>
          <p:nvPr/>
        </p:nvGrpSpPr>
        <p:grpSpPr>
          <a:xfrm>
            <a:off x="5155920" y="13991400"/>
            <a:ext cx="1905000" cy="1905000"/>
            <a:chOff x="5155920" y="13991400"/>
            <a:chExt cx="1624320" cy="5382360"/>
          </a:xfrm>
        </p:grpSpPr>
        <p:pic>
          <p:nvPicPr>
            <p:cNvPr id="231" name="Google Shape;184;p16_10" descr="Google Shape;184;p16_10"/>
            <p:cNvPicPr/>
            <p:nvPr/>
          </p:nvPicPr>
          <p:blipFill>
            <a:blip r:embed="rId50013"/>
            <a:stretch/>
          </p:blipFill>
          <p:spPr>
            <a:xfrm>
              <a:off x="5155920" y="1399140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33" name="Group 36"/>
          <p:cNvGrpSpPr/>
          <p:nvPr/>
        </p:nvGrpSpPr>
        <p:grpSpPr>
          <a:xfrm>
            <a:off x="5155920" y="16268040"/>
            <a:ext cx="1905000" cy="1905000"/>
            <a:chOff x="5155920" y="16268040"/>
            <a:chExt cx="1624320" cy="5382360"/>
          </a:xfrm>
        </p:grpSpPr>
        <p:pic>
          <p:nvPicPr>
            <p:cNvPr id="234" name="Google Shape;184;p16_11" descr="Google Shape;184;p16_11"/>
            <p:cNvPicPr/>
            <p:nvPr/>
          </p:nvPicPr>
          <p:blipFill>
            <a:blip r:embed="rId50014"/>
            <a:stretch/>
          </p:blipFill>
          <p:spPr>
            <a:xfrm>
              <a:off x="5155920" y="1626804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236" name="CustomShape 38"/>
          <p:cNvSpPr/>
          <p:nvPr/>
        </p:nvSpPr>
        <p:spPr>
          <a:xfrm>
            <a:off x="7291080" y="713232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Adjustable Rakhi. Available in stock. Get yours before its over. For more details Dm o...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7" name="CustomShape 39"/>
          <p:cNvSpPr/>
          <p:nvPr/>
        </p:nvSpPr>
        <p:spPr>
          <a:xfrm>
            <a:off x="7291080" y="950940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Earings Oxidise Finish. Available in Stock. For more details DM or visit store. diyamh...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8" name="CustomShape 40"/>
          <p:cNvSpPr/>
          <p:nvPr/>
        </p:nvSpPr>
        <p:spPr>
          <a:xfrm>
            <a:off x="7291080" y="11778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oxadise Necklace. Available in stock. For more details Dm or Visit store. diyamhouseof...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9" name="CustomShape 41"/>
          <p:cNvSpPr/>
          <p:nvPr/>
        </p:nvSpPr>
        <p:spPr>
          <a:xfrm>
            <a:off x="7291080" y="14046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Necklace. Available in Stock. For more details Dm or Visit Store. diyamhouseofsilver 9...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40" name="CustomShape 42"/>
          <p:cNvSpPr/>
          <p:nvPr/>
        </p:nvSpPr>
        <p:spPr>
          <a:xfrm>
            <a:off x="7291080" y="16314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antique finish necklace. Available in stock. For more details Dm or visit store. diyam...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41" name="Object 7_3" descr="Object 7_3"/>
          <p:cNvPicPr/>
          <p:nvPr/>
        </p:nvPicPr>
        <p:blipFill>
          <a:blip r:embed="rId3"/>
          <a:stretch/>
        </p:blipFill>
        <p:spPr>
          <a:xfrm>
            <a:off x="29376000" y="76032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242" name="Group 43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243" name="Google Shape;220;p17_18" descr="Google Shape;220;p17_0"/>
            <p:cNvPicPr/>
            <p:nvPr/>
          </p:nvPicPr>
          <p:blipFill>
            <a:blip r:embed="rId5001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45" name="Group 45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246" name="Google Shape;73;p14_7" descr="Google Shape;73;p14"/>
            <p:cNvPicPr/>
            <p:nvPr/>
          </p:nvPicPr>
          <p:blipFill>
            <a:blip r:embed="rId5001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2272320" y="242136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9" name="CustomShape 2"/>
          <p:cNvSpPr/>
          <p:nvPr/>
        </p:nvSpPr>
        <p:spPr>
          <a:xfrm>
            <a:off x="3884760" y="2534760"/>
            <a:ext cx="2816208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0" name="CustomShape 3"/>
          <p:cNvSpPr/>
          <p:nvPr/>
        </p:nvSpPr>
        <p:spPr>
          <a:xfrm>
            <a:off x="2285280" y="264924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1" name="CustomShape 4"/>
          <p:cNvSpPr/>
          <p:nvPr/>
        </p:nvSpPr>
        <p:spPr>
          <a:xfrm>
            <a:off x="2839320" y="1662120"/>
            <a:ext cx="2375676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252" name="CustomShape 5"/>
          <p:cNvSpPr/>
          <p:nvPr/>
        </p:nvSpPr>
        <p:spPr>
          <a:xfrm>
            <a:off x="23336640" y="181368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53" name="CustomShape 6"/>
          <p:cNvSpPr/>
          <p:nvPr/>
        </p:nvSpPr>
        <p:spPr>
          <a:xfrm>
            <a:off x="2839320" y="3589920"/>
            <a:ext cx="2375676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Top posts • SILVANA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54" name="CustomShape 7"/>
          <p:cNvSpPr/>
          <p:nvPr/>
        </p:nvSpPr>
        <p:spPr>
          <a:xfrm>
            <a:off x="2839320" y="440460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The most engaging 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55" name="CustomShape 8"/>
          <p:cNvSpPr/>
          <p:nvPr/>
        </p:nvSpPr>
        <p:spPr>
          <a:xfrm>
            <a:off x="295380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Date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6" name="CustomShape 9"/>
          <p:cNvSpPr/>
          <p:nvPr/>
        </p:nvSpPr>
        <p:spPr>
          <a:xfrm>
            <a:off x="516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Image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7" name="CustomShape 10"/>
          <p:cNvSpPr/>
          <p:nvPr/>
        </p:nvSpPr>
        <p:spPr>
          <a:xfrm>
            <a:off x="73731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Text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8" name="CustomShape 11"/>
          <p:cNvSpPr/>
          <p:nvPr/>
        </p:nvSpPr>
        <p:spPr>
          <a:xfrm>
            <a:off x="193935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Type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9" name="CustomShape 12"/>
          <p:cNvSpPr/>
          <p:nvPr/>
        </p:nvSpPr>
        <p:spPr>
          <a:xfrm>
            <a:off x="2207412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0" name="CustomShape 13"/>
          <p:cNvSpPr/>
          <p:nvPr/>
        </p:nvSpPr>
        <p:spPr>
          <a:xfrm>
            <a:off x="243982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1" name="CustomShape 14"/>
          <p:cNvSpPr/>
          <p:nvPr/>
        </p:nvSpPr>
        <p:spPr>
          <a:xfrm>
            <a:off x="2649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2" name="CustomShape 15"/>
          <p:cNvSpPr/>
          <p:nvPr/>
        </p:nvSpPr>
        <p:spPr>
          <a:xfrm>
            <a:off x="268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3" name="CustomShape 16"/>
          <p:cNvSpPr/>
          <p:nvPr/>
        </p:nvSpPr>
        <p:spPr>
          <a:xfrm>
            <a:off x="489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4" name="CustomShape 17"/>
          <p:cNvSpPr/>
          <p:nvPr/>
        </p:nvSpPr>
        <p:spPr>
          <a:xfrm>
            <a:off x="710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5" name="CustomShape 18"/>
          <p:cNvSpPr/>
          <p:nvPr/>
        </p:nvSpPr>
        <p:spPr>
          <a:xfrm>
            <a:off x="1884384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6" name="CustomShape 19"/>
          <p:cNvSpPr/>
          <p:nvPr/>
        </p:nvSpPr>
        <p:spPr>
          <a:xfrm>
            <a:off x="2180952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7" name="CustomShape 20"/>
          <p:cNvSpPr/>
          <p:nvPr/>
        </p:nvSpPr>
        <p:spPr>
          <a:xfrm>
            <a:off x="2401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8" name="CustomShape 21"/>
          <p:cNvSpPr/>
          <p:nvPr/>
        </p:nvSpPr>
        <p:spPr>
          <a:xfrm>
            <a:off x="2622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9" name="CustomShape 22"/>
          <p:cNvSpPr/>
          <p:nvPr/>
        </p:nvSpPr>
        <p:spPr>
          <a:xfrm>
            <a:off x="2843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0" name="CustomShape 23"/>
          <p:cNvSpPr/>
          <p:nvPr/>
        </p:nvSpPr>
        <p:spPr>
          <a:xfrm>
            <a:off x="3151440" y="7615080"/>
            <a:ext cx="1347840" cy="68533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02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30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25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26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16 Jul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71" name="CustomShape 24"/>
          <p:cNvSpPr/>
          <p:nvPr/>
        </p:nvSpPr>
        <p:spPr>
          <a:xfrm>
            <a:off x="18993960" y="7541640"/>
            <a:ext cx="2684880" cy="1732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72" name="CustomShape 25"/>
          <p:cNvSpPr/>
          <p:nvPr/>
        </p:nvSpPr>
        <p:spPr>
          <a:xfrm>
            <a:off x="21563280" y="7541640"/>
            <a:ext cx="2342520" cy="3681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105176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5894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5098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4967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3948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73" name="CustomShape 26"/>
          <p:cNvSpPr/>
          <p:nvPr/>
        </p:nvSpPr>
        <p:spPr>
          <a:xfrm>
            <a:off x="24580800" y="7541640"/>
            <a:ext cx="2170800" cy="4656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551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105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69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211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10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74" name="CustomShape 27"/>
          <p:cNvSpPr/>
          <p:nvPr/>
        </p:nvSpPr>
        <p:spPr>
          <a:xfrm>
            <a:off x="26775360" y="7529760"/>
            <a:ext cx="1896480" cy="5144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104625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5789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5029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4756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3938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275" name="Group 28"/>
          <p:cNvGrpSpPr/>
          <p:nvPr/>
        </p:nvGrpSpPr>
        <p:grpSpPr>
          <a:xfrm>
            <a:off x="5155920" y="7132320"/>
            <a:ext cx="762000" cy="514350"/>
            <a:chOff x="5155920" y="7132320"/>
            <a:chExt cx="1624320" cy="5382360"/>
          </a:xfrm>
        </p:grpSpPr>
        <p:pic>
          <p:nvPicPr>
            <p:cNvPr id="276" name="Google Shape;184;p16_13" descr="Google Shape;184;p16_13"/>
            <p:cNvPicPr/>
            <p:nvPr/>
          </p:nvPicPr>
          <p:blipFill>
            <a:blip r:embed="rId50017"/>
            <a:stretch/>
          </p:blipFill>
          <p:spPr>
            <a:xfrm>
              <a:off x="5155920" y="713232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78" name="Group 30"/>
          <p:cNvGrpSpPr/>
          <p:nvPr/>
        </p:nvGrpSpPr>
        <p:grpSpPr>
          <a:xfrm>
            <a:off x="5155920" y="9408960"/>
            <a:ext cx="1905000" cy="1905000"/>
            <a:chOff x="5155920" y="9408960"/>
            <a:chExt cx="1624320" cy="5382360"/>
          </a:xfrm>
        </p:grpSpPr>
        <p:pic>
          <p:nvPicPr>
            <p:cNvPr id="279" name="Google Shape;184;p16_14" descr="Google Shape;184;p16_14"/>
            <p:cNvPicPr/>
            <p:nvPr/>
          </p:nvPicPr>
          <p:blipFill>
            <a:blip r:embed="rId50018"/>
            <a:stretch/>
          </p:blipFill>
          <p:spPr>
            <a:xfrm>
              <a:off x="5155920" y="940896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1" name="Group 32"/>
          <p:cNvGrpSpPr/>
          <p:nvPr/>
        </p:nvGrpSpPr>
        <p:grpSpPr>
          <a:xfrm>
            <a:off x="5155920" y="11686680"/>
            <a:ext cx="1905000" cy="1905000"/>
            <a:chOff x="5155920" y="11686680"/>
            <a:chExt cx="1624320" cy="5382360"/>
          </a:xfrm>
        </p:grpSpPr>
        <p:pic>
          <p:nvPicPr>
            <p:cNvPr id="282" name="Google Shape;184;p16_15" descr="Google Shape;184;p16_15"/>
            <p:cNvPicPr/>
            <p:nvPr/>
          </p:nvPicPr>
          <p:blipFill>
            <a:blip r:embed="rId50019"/>
            <a:stretch/>
          </p:blipFill>
          <p:spPr>
            <a:xfrm>
              <a:off x="5155920" y="1168668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4" name="Group 34"/>
          <p:cNvGrpSpPr/>
          <p:nvPr/>
        </p:nvGrpSpPr>
        <p:grpSpPr>
          <a:xfrm>
            <a:off x="5155920" y="13991400"/>
            <a:ext cx="1905000" cy="1905000"/>
            <a:chOff x="5155920" y="13991400"/>
            <a:chExt cx="1624320" cy="5382360"/>
          </a:xfrm>
        </p:grpSpPr>
        <p:pic>
          <p:nvPicPr>
            <p:cNvPr id="285" name="Google Shape;184;p16_16" descr="Google Shape;184;p16_16"/>
            <p:cNvPicPr/>
            <p:nvPr/>
          </p:nvPicPr>
          <p:blipFill>
            <a:blip r:embed="rId50020"/>
            <a:stretch/>
          </p:blipFill>
          <p:spPr>
            <a:xfrm>
              <a:off x="5155920" y="1399140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7" name="Group 36"/>
          <p:cNvGrpSpPr/>
          <p:nvPr/>
        </p:nvGrpSpPr>
        <p:grpSpPr>
          <a:xfrm>
            <a:off x="5155920" y="16268040"/>
            <a:ext cx="1905000" cy="1905000"/>
            <a:chOff x="5155920" y="16268040"/>
            <a:chExt cx="1624320" cy="5382360"/>
          </a:xfrm>
        </p:grpSpPr>
        <p:pic>
          <p:nvPicPr>
            <p:cNvPr id="288" name="Google Shape;184;p16_17" descr="Google Shape;184;p16_17"/>
            <p:cNvPicPr/>
            <p:nvPr/>
          </p:nvPicPr>
          <p:blipFill>
            <a:blip r:embed="rId50021"/>
            <a:stretch/>
          </p:blipFill>
          <p:spPr>
            <a:xfrm>
              <a:off x="5155920" y="1626804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290" name="CustomShape 38"/>
          <p:cNvSpPr/>
          <p:nvPr/>
        </p:nvSpPr>
        <p:spPr>
          <a:xfrm>
            <a:off x="7291080" y="713232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Chandi hali ho jae… uska kala sach 😎✅  Sabko lagta hai silver sirf sasti hoti hai… Par asli game...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1" name="CustomShape 39"/>
          <p:cNvSpPr/>
          <p:nvPr/>
        </p:nvSpPr>
        <p:spPr>
          <a:xfrm>
            <a:off x="7291080" y="950940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🚨 BREAKING: Historic Gold Rate Update! 📉😱  आज Gold Rate में एक और बड़ा बदलाव देखने को मिला। मा...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2" name="CustomShape 40"/>
          <p:cNvSpPr/>
          <p:nvPr/>
        </p:nvSpPr>
        <p:spPr>
          <a:xfrm>
            <a:off x="7291080" y="11778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🚨😱 HISTORIC DROP IN GOLD RATE! 💥💥  At the beginning of the year, gold was trading around ₹1,8...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3" name="CustomShape 41"/>
          <p:cNvSpPr/>
          <p:nvPr/>
        </p:nvSpPr>
        <p:spPr>
          <a:xfrm>
            <a:off x="7291080" y="14046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Rolex Chain ✨🔥  Bold links. Premium finish. Royal look. 👑 Upgrade your style with the latest Ro...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4" name="CustomShape 42"/>
          <p:cNvSpPr/>
          <p:nvPr/>
        </p:nvSpPr>
        <p:spPr>
          <a:xfrm>
            <a:off x="7291080" y="16314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🚩 Happy Jagannath Rath Yatra! 🙏  On this sacred occasion, Pukhraj Jewellers wishes you and your...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95" name="Object 7_4" descr="Object 7_4"/>
          <p:cNvPicPr/>
          <p:nvPr/>
        </p:nvPicPr>
        <p:blipFill>
          <a:blip r:embed="rId3"/>
          <a:stretch/>
        </p:blipFill>
        <p:spPr>
          <a:xfrm>
            <a:off x="29376000" y="76032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296" name="Group 43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297" name="Google Shape;220;p17_19" descr="Google Shape;220;p17_0"/>
            <p:cNvPicPr/>
            <p:nvPr/>
          </p:nvPicPr>
          <p:blipFill>
            <a:blip r:embed="rId50022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99" name="Group 45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00" name="Google Shape;73;p14_8" descr="Google Shape;73;p14"/>
            <p:cNvPicPr/>
            <p:nvPr/>
          </p:nvPicPr>
          <p:blipFill>
            <a:blip r:embed="rId50023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3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4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5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06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07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08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09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Posting times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10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1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wed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12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posts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13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658960"/>
          </a:xfrm>
        </p:grpSpPr>
        <p:pic>
          <p:nvPicPr>
            <p:cNvPr id="314" name="Google Shape;220;p17_0" descr="Google Shape;220;p17_0"/>
            <p:cNvPicPr/>
            <p:nvPr/>
          </p:nvPicPr>
          <p:blipFill>
            <a:blip r:embed="rId50024"/>
            <a:stretch/>
          </p:blipFill>
          <p:spPr>
            <a:xfrm>
              <a:off x="1071360" y="90504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16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17" name="Google Shape;220;p17_5" descr="Google Shape;220;p17_5"/>
            <p:cNvPicPr/>
            <p:nvPr/>
          </p:nvPicPr>
          <p:blipFill>
            <a:blip r:embed="rId50025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319" name="CustomShape 16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0" name="CustomShape 17"/>
          <p:cNvSpPr/>
          <p:nvPr/>
        </p:nvSpPr>
        <p:spPr>
          <a:xfrm>
            <a:off x="9502920" y="1422288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11 AM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21" name="CustomShape 18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posts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22" name="Object 7_5" descr="Object 7_5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23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24" name="Google Shape;73;p14_9" descr="Google Shape;73;p14"/>
            <p:cNvPicPr/>
            <p:nvPr/>
          </p:nvPicPr>
          <p:blipFill>
            <a:blip r:embed="rId5002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8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9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31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SILVANA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32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33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Posting times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34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5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sat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36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posts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37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38" name="Google Shape;220;p17_6" descr="Google Shape;220;p17_6"/>
            <p:cNvPicPr/>
            <p:nvPr/>
          </p:nvPicPr>
          <p:blipFill>
            <a:blip r:embed="rId50027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40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41" name="Google Shape;220;p17_8" descr="Google Shape;220;p17_8"/>
            <p:cNvPicPr/>
            <p:nvPr/>
          </p:nvPicPr>
          <p:blipFill>
            <a:blip r:embed="rId50028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343" name="CustomShape 16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4" name="CustomShape 17"/>
          <p:cNvSpPr/>
          <p:nvPr/>
        </p:nvSpPr>
        <p:spPr>
          <a:xfrm>
            <a:off x="9502920" y="1422288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7 PM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45" name="CustomShape 18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posts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46" name="Object 7_6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4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48" name="Google Shape;73;p14_10" descr="Google Shape;73;p14"/>
            <p:cNvPicPr/>
            <p:nvPr/>
          </p:nvPicPr>
          <p:blipFill>
            <a:blip r:embed="rId5002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1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2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3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54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55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56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57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posts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58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9" name="CustomShape 10"/>
          <p:cNvSpPr/>
          <p:nvPr/>
        </p:nvSpPr>
        <p:spPr>
          <a:xfrm>
            <a:off x="2781000" y="14962320"/>
            <a:ext cx="4124520" cy="68220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1.3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60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posts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61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62" name="Google Shape;220;p17_2" descr="Google Shape;220;p17_6"/>
            <p:cNvPicPr/>
            <p:nvPr/>
          </p:nvPicPr>
          <p:blipFill>
            <a:blip r:embed="rId50030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64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65" name="Google Shape;220;p17_3" descr="Google Shape;220;p17_8"/>
            <p:cNvPicPr/>
            <p:nvPr/>
          </p:nvPicPr>
          <p:blipFill>
            <a:blip r:embed="rId50031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367" name="Object 7_16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68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69" name="Google Shape;73;p14_11" descr="Google Shape;73;p14"/>
            <p:cNvPicPr/>
            <p:nvPr/>
          </p:nvPicPr>
          <p:blipFill>
            <a:blip r:embed="rId5003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2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3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4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75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76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SILVANA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77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78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posts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79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0" name="CustomShape 10"/>
          <p:cNvSpPr/>
          <p:nvPr/>
        </p:nvSpPr>
        <p:spPr>
          <a:xfrm>
            <a:off x="2781000" y="14962320"/>
            <a:ext cx="4124520" cy="68220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1.8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81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posts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82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83" name="Google Shape;220;p17_7" descr="Google Shape;220;p17_6"/>
            <p:cNvPicPr/>
            <p:nvPr/>
          </p:nvPicPr>
          <p:blipFill>
            <a:blip r:embed="rId50033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85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86" name="Google Shape;220;p17_10" descr="Google Shape;220;p17_8"/>
            <p:cNvPicPr/>
            <p:nvPr/>
          </p:nvPicPr>
          <p:blipFill>
            <a:blip r:embed="rId50034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388" name="Object 7_18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89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90" name="Google Shape;73;p14_12" descr="Google Shape;73;p14"/>
            <p:cNvPicPr/>
            <p:nvPr/>
          </p:nvPicPr>
          <p:blipFill>
            <a:blip r:embed="rId50035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3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4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5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96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97" name="Object 7_0" descr="Object 7_0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398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Content performance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99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types of post the profile published and understand the success of different post types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00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01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avg.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02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3" name="CustomShape 11"/>
          <p:cNvSpPr/>
          <p:nvPr/>
        </p:nvSpPr>
        <p:spPr>
          <a:xfrm>
            <a:off x="22354920" y="6436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count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4" name="CustomShape 12"/>
          <p:cNvSpPr/>
          <p:nvPr/>
        </p:nvSpPr>
        <p:spPr>
          <a:xfrm>
            <a:off x="27106920" y="6437880"/>
            <a:ext cx="6028560" cy="2280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29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10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5" name="CustomShape 13"/>
          <p:cNvSpPr/>
          <p:nvPr/>
        </p:nvSpPr>
        <p:spPr>
          <a:xfrm>
            <a:off x="22354920" y="16264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6" name="CustomShape 14"/>
          <p:cNvSpPr/>
          <p:nvPr/>
        </p:nvSpPr>
        <p:spPr>
          <a:xfrm>
            <a:off x="27106920" y="16265880"/>
            <a:ext cx="6028560" cy="2768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4.21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1.30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07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08" name="Google Shape;184;p16_4" descr="Google Shape;184;p16_4"/>
            <p:cNvPicPr/>
            <p:nvPr/>
          </p:nvPicPr>
          <p:blipFill>
            <a:blip r:embed="rId50036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0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11" name="Google Shape;184;p16_5" descr="Google Shape;184;p16_5"/>
            <p:cNvPicPr/>
            <p:nvPr/>
          </p:nvPicPr>
          <p:blipFill>
            <a:blip r:embed="rId50037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3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14" name="Google Shape;220;p17_20" descr="Google Shape;220;p17_0"/>
            <p:cNvPicPr/>
            <p:nvPr/>
          </p:nvPicPr>
          <p:blipFill>
            <a:blip r:embed="rId5003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6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17" name="Google Shape;73;p14_13" descr="Google Shape;73;p14"/>
            <p:cNvPicPr/>
            <p:nvPr/>
          </p:nvPicPr>
          <p:blipFill>
            <a:blip r:embed="rId5003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0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1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2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3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424" name="Object 7_8" descr="Object 7_8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425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Content performance • SILVANA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26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types of post the profile published and understand the success of different post types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27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8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avg.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9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0" name="CustomShape 11"/>
          <p:cNvSpPr/>
          <p:nvPr/>
        </p:nvSpPr>
        <p:spPr>
          <a:xfrm>
            <a:off x="22354920" y="6436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count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1" name="CustomShape 12"/>
          <p:cNvSpPr/>
          <p:nvPr/>
        </p:nvSpPr>
        <p:spPr>
          <a:xfrm>
            <a:off x="27106920" y="6437880"/>
            <a:ext cx="6028560" cy="2280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55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2" name="CustomShape 13"/>
          <p:cNvSpPr/>
          <p:nvPr/>
        </p:nvSpPr>
        <p:spPr>
          <a:xfrm>
            <a:off x="22354920" y="16264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3" name="CustomShape 14"/>
          <p:cNvSpPr/>
          <p:nvPr/>
        </p:nvSpPr>
        <p:spPr>
          <a:xfrm>
            <a:off x="27106920" y="16265880"/>
            <a:ext cx="6028560" cy="2768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3249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34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35" name="Google Shape;184;p16_19" descr="Google Shape;184;p16_19"/>
            <p:cNvPicPr/>
            <p:nvPr/>
          </p:nvPicPr>
          <p:blipFill>
            <a:blip r:embed="rId50040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37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38" name="Google Shape;184;p16_20" descr="Google Shape;184;p16_20"/>
            <p:cNvPicPr/>
            <p:nvPr/>
          </p:nvPicPr>
          <p:blipFill>
            <a:blip r:embed="rId50041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40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41" name="Google Shape;220;p17_21" descr="Google Shape;220;p17_0"/>
            <p:cNvPicPr/>
            <p:nvPr/>
          </p:nvPicPr>
          <p:blipFill>
            <a:blip r:embed="rId50042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43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44" name="Google Shape;73;p14_14" descr="Google Shape;73;p14"/>
            <p:cNvPicPr/>
            <p:nvPr/>
          </p:nvPicPr>
          <p:blipFill>
            <a:blip r:embed="rId50043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7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8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9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0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451" name="Object 7_20" descr="Object 7_8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452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53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54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engagement - DIYAM HOUSE OF SILVER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5" name="CustomShape 9"/>
          <p:cNvSpPr/>
          <p:nvPr/>
        </p:nvSpPr>
        <p:spPr>
          <a:xfrm>
            <a:off x="2840400" y="14304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engagement - SILVANA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6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7" name="CustomShape 11"/>
          <p:cNvSpPr/>
          <p:nvPr/>
        </p:nvSpPr>
        <p:spPr>
          <a:xfrm>
            <a:off x="22354920" y="6436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58" name="CustomShape 12"/>
          <p:cNvSpPr/>
          <p:nvPr/>
        </p:nvSpPr>
        <p:spPr>
          <a:xfrm>
            <a:off x="27106920" y="6437880"/>
            <a:ext cx="6028560" cy="2219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13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59" name="CustomShape 13"/>
          <p:cNvSpPr/>
          <p:nvPr/>
        </p:nvSpPr>
        <p:spPr>
          <a:xfrm>
            <a:off x="22354920" y="16264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60" name="CustomShape 14"/>
          <p:cNvSpPr/>
          <p:nvPr/>
        </p:nvSpPr>
        <p:spPr>
          <a:xfrm>
            <a:off x="27106920" y="16265880"/>
            <a:ext cx="6028560" cy="2219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178.71K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61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62" name="Google Shape;184;p16_37" descr="Google Shape;184;p16_19"/>
            <p:cNvPicPr/>
            <p:nvPr/>
          </p:nvPicPr>
          <p:blipFill>
            <a:blip r:embed="rId50044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64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65" name="Google Shape;184;p16_38" descr="Google Shape;184;p16_20"/>
            <p:cNvPicPr/>
            <p:nvPr/>
          </p:nvPicPr>
          <p:blipFill>
            <a:blip r:embed="rId50045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6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68" name="Google Shape;73;p14_15" descr="Google Shape;73;p14"/>
            <p:cNvPicPr/>
            <p:nvPr/>
          </p:nvPicPr>
          <p:blipFill>
            <a:blip r:embed="rId5004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1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2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3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74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75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76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77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distribution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78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9" name="CustomShape 10"/>
          <p:cNvSpPr/>
          <p:nvPr/>
        </p:nvSpPr>
        <p:spPr>
          <a:xfrm>
            <a:off x="2781000" y="1430784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4.5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480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eng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481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482" name="Google Shape;220;p17_11" descr="Google Shape;220;p17_11"/>
            <p:cNvPicPr/>
            <p:nvPr/>
          </p:nvPicPr>
          <p:blipFill>
            <a:blip r:embed="rId50047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484" name="Object 7_11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485" name="Group 1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86" name="Google Shape;220;p17_9" descr="Google Shape;220;p17_0"/>
            <p:cNvPicPr/>
            <p:nvPr/>
          </p:nvPicPr>
          <p:blipFill>
            <a:blip r:embed="rId5004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88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89" name="Google Shape;73;p14_16" descr="Google Shape;73;p14"/>
            <p:cNvPicPr/>
            <p:nvPr/>
          </p:nvPicPr>
          <p:blipFill>
            <a:blip r:embed="rId5004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2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3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4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95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96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SILVANA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97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98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distribution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99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0" name="CustomShape 10"/>
          <p:cNvSpPr/>
          <p:nvPr/>
        </p:nvSpPr>
        <p:spPr>
          <a:xfrm>
            <a:off x="2781000" y="1430784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5957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01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eng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02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03" name="Google Shape;220;p17_16" descr="Google Shape;220;p17_11"/>
            <p:cNvPicPr/>
            <p:nvPr/>
          </p:nvPicPr>
          <p:blipFill>
            <a:blip r:embed="rId50050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505" name="Object 7_19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06" name="Group 1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07" name="Google Shape;220;p17_15" descr="Google Shape;220;p17_0"/>
            <p:cNvPicPr/>
            <p:nvPr/>
          </p:nvPicPr>
          <p:blipFill>
            <a:blip r:embed="rId5005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09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10" name="Google Shape;73;p14_17" descr="Google Shape;73;p14"/>
            <p:cNvPicPr/>
            <p:nvPr/>
          </p:nvPicPr>
          <p:blipFill>
            <a:blip r:embed="rId5005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3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4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5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16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17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18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19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Best time to post by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20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1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sun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22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engagement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23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24" name="Google Shape;220;p17_14" descr="Google Shape;220;p17_11"/>
            <p:cNvPicPr/>
            <p:nvPr/>
          </p:nvPicPr>
          <p:blipFill>
            <a:blip r:embed="rId50053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526" name="CustomShape 14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7" name="CustomShape 15"/>
          <p:cNvSpPr/>
          <p:nvPr/>
        </p:nvSpPr>
        <p:spPr>
          <a:xfrm>
            <a:off x="9502920" y="1487772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11 AM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28" name="CustomShape 16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engagement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29" name="Object 7_7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30" name="Group 17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31" name="Google Shape;220;p17_12" descr="Google Shape;220;p17_0"/>
            <p:cNvPicPr/>
            <p:nvPr/>
          </p:nvPicPr>
          <p:blipFill>
            <a:blip r:embed="rId50054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33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34" name="Google Shape;73;p14_18" descr="Google Shape;73;p14"/>
            <p:cNvPicPr/>
            <p:nvPr/>
          </p:nvPicPr>
          <p:blipFill>
            <a:blip r:embed="rId50055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7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8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9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40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41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SILVANA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42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43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Best time to post by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44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5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thu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46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engagement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47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48" name="Google Shape;220;p17_13" descr="Google Shape;220;p17_13"/>
            <p:cNvPicPr/>
            <p:nvPr/>
          </p:nvPicPr>
          <p:blipFill>
            <a:blip r:embed="rId50056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550" name="CustomShape 14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1" name="CustomShape 15"/>
          <p:cNvSpPr/>
          <p:nvPr/>
        </p:nvSpPr>
        <p:spPr>
          <a:xfrm>
            <a:off x="9502920" y="1487772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8 PM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52" name="CustomShape 16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engagement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53" name="Object 7_12" descr="Object 7_12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54" name="Group 17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55" name="Google Shape;220;p17_4" descr="Google Shape;220;p17_0"/>
            <p:cNvPicPr/>
            <p:nvPr/>
          </p:nvPicPr>
          <p:blipFill>
            <a:blip r:embed="rId50057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5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58" name="Google Shape;73;p14_19" descr="Google Shape;73;p14"/>
            <p:cNvPicPr/>
            <p:nvPr/>
          </p:nvPicPr>
          <p:blipFill>
            <a:blip r:embed="rId50058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1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2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3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64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65" name="Object 7_13" descr="Object 7_13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566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metrics 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67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Breakdown of engagement for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68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comments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69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likes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70" name="CustomShape 10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1" name="CustomShape 11"/>
          <p:cNvSpPr/>
          <p:nvPr/>
        </p:nvSpPr>
        <p:spPr>
          <a:xfrm>
            <a:off x="25128360" y="5961240"/>
            <a:ext cx="407808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72" name="CustomShape 12"/>
          <p:cNvSpPr/>
          <p:nvPr/>
        </p:nvSpPr>
        <p:spPr>
          <a:xfrm>
            <a:off x="2609064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73" name="CustomShape 13"/>
          <p:cNvSpPr/>
          <p:nvPr/>
        </p:nvSpPr>
        <p:spPr>
          <a:xfrm>
            <a:off x="2499336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4" name="CustomShape 14"/>
          <p:cNvSpPr/>
          <p:nvPr/>
        </p:nvSpPr>
        <p:spPr>
          <a:xfrm>
            <a:off x="25181280" y="15570000"/>
            <a:ext cx="408348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130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75" name="CustomShape 15"/>
          <p:cNvSpPr/>
          <p:nvPr/>
        </p:nvSpPr>
        <p:spPr>
          <a:xfrm>
            <a:off x="2684340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76" name="CustomShape 16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77" name="Group 17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578" name="Google Shape;184;p16_28" descr="Google Shape;184;p16_28"/>
            <p:cNvPicPr/>
            <p:nvPr/>
          </p:nvPicPr>
          <p:blipFill>
            <a:blip r:embed="rId50059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0" name="Group 19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581" name="Google Shape;184;p16_29" descr="Google Shape;184;p16_29"/>
            <p:cNvPicPr/>
            <p:nvPr/>
          </p:nvPicPr>
          <p:blipFill>
            <a:blip r:embed="rId50060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3" name="Group 21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84" name="Google Shape;220;p17_22" descr="Google Shape;220;p17_0"/>
            <p:cNvPicPr/>
            <p:nvPr/>
          </p:nvPicPr>
          <p:blipFill>
            <a:blip r:embed="rId5006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6" name="Group 23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87" name="Google Shape;73;p14_20" descr="Google Shape;73;p14"/>
            <p:cNvPicPr/>
            <p:nvPr/>
          </p:nvPicPr>
          <p:blipFill>
            <a:blip r:embed="rId5006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0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1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2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3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94" name="Object 7_14" descr="Object 7_14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595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metrics  • SILVANA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96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Breakdown of engagement for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97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comments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8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likes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9" name="CustomShape 10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0" name="CustomShape 11"/>
          <p:cNvSpPr/>
          <p:nvPr/>
        </p:nvSpPr>
        <p:spPr>
          <a:xfrm>
            <a:off x="25128360" y="5961240"/>
            <a:ext cx="407808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4761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01" name="CustomShape 12"/>
          <p:cNvSpPr/>
          <p:nvPr/>
        </p:nvSpPr>
        <p:spPr>
          <a:xfrm>
            <a:off x="2609064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02" name="CustomShape 13"/>
          <p:cNvSpPr/>
          <p:nvPr/>
        </p:nvSpPr>
        <p:spPr>
          <a:xfrm>
            <a:off x="2499336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3" name="CustomShape 14"/>
          <p:cNvSpPr/>
          <p:nvPr/>
        </p:nvSpPr>
        <p:spPr>
          <a:xfrm>
            <a:off x="25181280" y="15570000"/>
            <a:ext cx="408348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173.9K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04" name="CustomShape 15"/>
          <p:cNvSpPr/>
          <p:nvPr/>
        </p:nvSpPr>
        <p:spPr>
          <a:xfrm>
            <a:off x="2684340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05" name="CustomShape 16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606" name="Group 17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607" name="Google Shape;184;p16_30" descr="Google Shape;184;p16_30"/>
            <p:cNvPicPr/>
            <p:nvPr/>
          </p:nvPicPr>
          <p:blipFill>
            <a:blip r:embed="rId50063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09" name="Group 19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610" name="Google Shape;184;p16_31" descr="Google Shape;184;p16_31"/>
            <p:cNvPicPr/>
            <p:nvPr/>
          </p:nvPicPr>
          <p:blipFill>
            <a:blip r:embed="rId50064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12" name="Group 21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13" name="Google Shape;220;p17_23" descr="Google Shape;220;p17_0"/>
            <p:cNvPicPr/>
            <p:nvPr/>
          </p:nvPicPr>
          <p:blipFill>
            <a:blip r:embed="rId5006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15" name="Group 23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16" name="Google Shape;73;p14_21" descr="Google Shape;73;p14"/>
            <p:cNvPicPr/>
            <p:nvPr/>
          </p:nvPicPr>
          <p:blipFill>
            <a:blip r:embed="rId5006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9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0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1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2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23" name="Object 7_15" descr="Object 7_15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624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Hashtag analysis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625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hashtags are used the most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26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Most used hashtags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7" name="CustomShape 9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8" name="CustomShape 10"/>
          <p:cNvSpPr/>
          <p:nvPr/>
        </p:nvSpPr>
        <p:spPr>
          <a:xfrm>
            <a:off x="25128360" y="465084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3.8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29" name="CustomShape 11"/>
          <p:cNvSpPr/>
          <p:nvPr/>
        </p:nvSpPr>
        <p:spPr>
          <a:xfrm>
            <a:off x="2575476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hashtags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30" name="CustomShape 12"/>
          <p:cNvSpPr/>
          <p:nvPr/>
        </p:nvSpPr>
        <p:spPr>
          <a:xfrm>
            <a:off x="26685720" y="951876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31" name="CustomShape 13"/>
          <p:cNvSpPr/>
          <p:nvPr/>
        </p:nvSpPr>
        <p:spPr>
          <a:xfrm>
            <a:off x="20302920" y="12808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925silver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elegantjewellery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luxurystyle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necklacedesign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silverjewellery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bangalore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hyderabad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632" name="CustomShape 14"/>
          <p:cNvSpPr/>
          <p:nvPr/>
        </p:nvSpPr>
        <p:spPr>
          <a:xfrm>
            <a:off x="26890920" y="1280988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8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8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633" name="Group 15"/>
          <p:cNvGrpSpPr/>
          <p:nvPr/>
        </p:nvGrpSpPr>
        <p:grpSpPr>
          <a:xfrm>
            <a:off x="2716200" y="8402400"/>
            <a:ext cx="15716250" cy="9429750"/>
            <a:chOff x="2716200" y="8402400"/>
            <a:chExt cx="15652440" cy="9398160"/>
          </a:xfrm>
        </p:grpSpPr>
        <p:pic>
          <p:nvPicPr>
            <p:cNvPr id="634" name="Google Shape;184;p16_33" descr="Google Shape;184;p16_33"/>
            <p:cNvPicPr/>
            <p:nvPr/>
          </p:nvPicPr>
          <p:blipFill>
            <a:blip r:embed="rId50067"/>
            <a:stretch/>
          </p:blipFill>
          <p:spPr>
            <a:xfrm>
              <a:off x="2716200" y="8402400"/>
              <a:ext cx="15652440" cy="939816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636" name="CustomShape 17"/>
          <p:cNvSpPr/>
          <p:nvPr/>
        </p:nvSpPr>
        <p:spPr>
          <a:xfrm>
            <a:off x="20434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Hashtags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637" name="CustomShape 18"/>
          <p:cNvSpPr/>
          <p:nvPr/>
        </p:nvSpPr>
        <p:spPr>
          <a:xfrm>
            <a:off x="26266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Occurrences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638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39" name="Google Shape;220;p17_24" descr="Google Shape;220;p17_0"/>
            <p:cNvPicPr/>
            <p:nvPr/>
          </p:nvPicPr>
          <p:blipFill>
            <a:blip r:embed="rId5006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41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42" name="Google Shape;73;p14_22" descr="Google Shape;73;p14"/>
            <p:cNvPicPr/>
            <p:nvPr/>
          </p:nvPicPr>
          <p:blipFill>
            <a:blip r:embed="rId5006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5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6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7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48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49" name="Object 7_17" descr="Object 7_17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650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Hashtag analysis • SILVANA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651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hashtags are used the most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2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Most used hashtags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53" name="CustomShape 9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4" name="CustomShape 10"/>
          <p:cNvSpPr/>
          <p:nvPr/>
        </p:nvSpPr>
        <p:spPr>
          <a:xfrm>
            <a:off x="25128360" y="465084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4.5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55" name="CustomShape 11"/>
          <p:cNvSpPr/>
          <p:nvPr/>
        </p:nvSpPr>
        <p:spPr>
          <a:xfrm>
            <a:off x="2575476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hashtags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6" name="CustomShape 12"/>
          <p:cNvSpPr/>
          <p:nvPr/>
        </p:nvSpPr>
        <p:spPr>
          <a:xfrm>
            <a:off x="26685720" y="951876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7" name="CustomShape 13"/>
          <p:cNvSpPr/>
          <p:nvPr/>
        </p:nvSpPr>
        <p:spPr>
          <a:xfrm>
            <a:off x="20302920" y="12808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pukhrajjewellers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goldrate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goldupdate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goldjewellery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goldprice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goldmarket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goldnews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658" name="CustomShape 14"/>
          <p:cNvSpPr/>
          <p:nvPr/>
        </p:nvSpPr>
        <p:spPr>
          <a:xfrm>
            <a:off x="26890920" y="1280988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41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11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10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9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9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6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659" name="Group 15"/>
          <p:cNvGrpSpPr/>
          <p:nvPr/>
        </p:nvGrpSpPr>
        <p:grpSpPr>
          <a:xfrm>
            <a:off x="2716200" y="8402400"/>
            <a:ext cx="15716250" cy="9429750"/>
            <a:chOff x="2716200" y="8402400"/>
            <a:chExt cx="15652440" cy="9398160"/>
          </a:xfrm>
        </p:grpSpPr>
        <p:pic>
          <p:nvPicPr>
            <p:cNvPr id="660" name="Google Shape;184;p16_36" descr="Google Shape;184;p16_36"/>
            <p:cNvPicPr/>
            <p:nvPr/>
          </p:nvPicPr>
          <p:blipFill>
            <a:blip r:embed="rId50070"/>
            <a:stretch/>
          </p:blipFill>
          <p:spPr>
            <a:xfrm>
              <a:off x="2716200" y="8402400"/>
              <a:ext cx="15652440" cy="939816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662" name="CustomShape 17"/>
          <p:cNvSpPr/>
          <p:nvPr/>
        </p:nvSpPr>
        <p:spPr>
          <a:xfrm>
            <a:off x="20434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Hashtags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663" name="CustomShape 18"/>
          <p:cNvSpPr/>
          <p:nvPr/>
        </p:nvSpPr>
        <p:spPr>
          <a:xfrm>
            <a:off x="26266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Occurrences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664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65" name="Google Shape;220;p17_25" descr="Google Shape;220;p17_0"/>
            <p:cNvPicPr/>
            <p:nvPr/>
          </p:nvPicPr>
          <p:blipFill>
            <a:blip r:embed="rId5007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67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68" name="Google Shape;73;p14_23" descr="Google Shape;73;p14"/>
            <p:cNvPicPr/>
            <p:nvPr/>
          </p:nvPicPr>
          <p:blipFill>
            <a:blip r:embed="rId5007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Microsoft Office PowerPoint</Application>
  <PresentationFormat>Custom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/>
  <cp:revision>13</cp:revision>
  <dcterms:modified xsi:type="dcterms:W3CDTF">2021-09-20T12:52:56Z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Notes">
    <vt:i4>0</vt:i4>
  </property>
  <property fmtid="{D5CDD505-2E9C-101B-9397-08002B2CF9AE}" pid="7" name="PresentationFormat">
    <vt:lpwstr>Custom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20</vt:i4>
  </property>
</Properties>
</file>