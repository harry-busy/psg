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DIYAM HOUSE OF SILVER  vs  Giri Zever Mahal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1.2%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281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0.4%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270.2K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6756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1.5%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5155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442235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1.2%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21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27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17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Adjustable Rakhi. Available in stock. Get yours before its over. For more details Dm 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Earings Oxidise Finish. Available in Stock. For more details DM or visit store. diyamh...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oxadise Necklace. Available in stock. For more details Dm or Visit store. diyamhouseof...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Necklace. Available in Stock. For more details Dm or Visit Store. diyamhouseofsilver 9...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antique finish necklace. Available in stock. For more details Dm or visit store. diyam...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03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14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09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01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09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197231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10879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8373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7104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6624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504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419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104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196727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10852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7954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7040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6520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Shopping with Mother😍👉Get 2% Making Charges on OLD GOLD EXCHANGE, Offer for Next 15Days🏦 In Ou...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Get 2% Making Charges on OLD GOLD EXCHANGE, Offer for Next 15Days🏦 In Our All Branches✨Share the...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Get 2% Making Charges on OLD GOLD EXCHANGE, Offer for Next 15Days🏦 In Our All Branches✨Share the...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🤩Kartik Giri - The Jewellery King👑#girizevermahal . . . Get 2% Making Charges on OLD GOLD EXCHA...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Get 2% Making Charges on OLD GOLD EXCHANGE, Offer for Next 15Days🏦 In Our All Branches✨Share the...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fri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4.21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1.30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6756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DIYAM HOUSE OF SILVER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Giri Zever Mahal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13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270.24K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9008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sun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fri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12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1738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268.5K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925silver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elegantjewellery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luxurystyle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necklacedesign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silverjewellery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bangalore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hyderabad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Giri Zever Mahal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girizevermahal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girijewellers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girizever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kartikgiri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treding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