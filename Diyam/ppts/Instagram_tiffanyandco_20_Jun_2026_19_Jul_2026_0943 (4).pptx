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profile saw a steady rise in its follower base, reaching over 16.8 million followers, although the growth rate slightly slowed compared to the previous period. The account was active, posting 26 times with an increased average post frequency each day.There was a notable increase in engagement in comments, with the average comments per post rising, even though overall likes and total engagement saw a slight decrease. Video and reel content duration extended significantly, correlating with a substantial boost in video views and reel engagement, which more than tripled compared to before.Impressions and reach roughly doubled, highlighting a dramatic expansion in content visibility. Despite the growth in reach and impressions, engagement rates per post and per impression saw a decrease, indicating that while more users are seeing the content, their rate of interaction has diminished.The earned media value indicated by awareness and audience growth also rose notably, supporting the profile's broader impact beyond immediate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68087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9.7M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0045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100.97%</a:t>
            </a:r>
            <a:endParaRPr lang="en-US" sz="1800" dirty="0"/>
          </a:p>
        </p:txBody>
      </p:sp>
      <p:sp>
        <p:nvSpPr>
          <p:cNvPr id="13" name="Text 10"/>
          <p:cNvSpPr/>
          <p:nvPr/>
        </p:nvSpPr>
        <p:spPr>
          <a:xfrm>
            <a:off x="8752378" y="3916971"/>
            <a:ext cx="171497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25604"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81.8%</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243.2K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09373"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243.2K</a:t>
            </a:r>
            <a:endParaRPr lang="en-US" sz="2399" dirty="0"/>
          </a:p>
        </p:txBody>
      </p:sp>
      <p:sp>
        <p:nvSpPr>
          <p:cNvPr id="11" name="Text 8"/>
          <p:cNvSpPr/>
          <p:nvPr/>
        </p:nvSpPr>
        <p:spPr>
          <a:xfrm>
            <a:off x="526918" y="4653386"/>
            <a:ext cx="60119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81.8%</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33564"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14.1</a:t>
            </a:r>
            <a:endParaRPr lang="en-US" sz="1800" dirty="0"/>
          </a:p>
        </p:txBody>
      </p:sp>
      <p:sp>
        <p:nvSpPr>
          <p:cNvPr id="14" name="Text 11"/>
          <p:cNvSpPr/>
          <p:nvPr/>
        </p:nvSpPr>
        <p:spPr>
          <a:xfrm>
            <a:off x="3625935"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505"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7.36%</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2921" y="3237690"/>
            <a:ext cx="42142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498K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18017" y="3669382"/>
            <a:ext cx="396379"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381K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373.3K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19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373.3K</a:t>
            </a:r>
            <a:endParaRPr lang="en-US" sz="2399" dirty="0"/>
          </a:p>
        </p:txBody>
      </p:sp>
      <p:sp>
        <p:nvSpPr>
          <p:cNvPr id="11" name="Text 8"/>
          <p:cNvSpPr/>
          <p:nvPr/>
        </p:nvSpPr>
        <p:spPr>
          <a:xfrm>
            <a:off x="526918" y="4653386"/>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93.24%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9248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12.5</a:t>
            </a:r>
            <a:endParaRPr lang="en-US" sz="1800" dirty="0"/>
          </a:p>
        </p:txBody>
      </p:sp>
      <p:sp>
        <p:nvSpPr>
          <p:cNvPr id="14" name="Text 11"/>
          <p:cNvSpPr/>
          <p:nvPr/>
        </p:nvSpPr>
        <p:spPr>
          <a:xfrm>
            <a:off x="368485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228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8.29%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2026-07-19T06:01:45Z</dcterms:created>
  <dcterms:modified xsi:type="dcterms:W3CDTF">2026-07-19T06:01:45Z</dcterms:modified>
</cp:coreProperties>
</file>