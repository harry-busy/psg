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09395"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GIRIZEVERMAHAL_1990</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124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@girizevermahal_1990</a:t>
            </a:r>
            <a:endParaRPr lang="en-US" sz="1000" dirty="0"/>
          </a:p>
        </p:txBody>
      </p:sp>
      <p:sp>
        <p:nvSpPr>
          <p:cNvPr id="7" name="Text 4"/>
          <p:cNvSpPr/>
          <p:nvPr/>
        </p:nvSpPr>
        <p:spPr>
          <a:xfrm>
            <a:off x="191880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18808"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822240"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22240"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774080"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4080"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2026, GiriZeverMahal's Instagram profile experienced notable growth and engagement improvements. The follower count grew to 442,235, adding 5,155 new followers, although the growth rate slowed compared to the previous period.The content output increased to 40 posts, including Reels, which saw significant interaction growth with total engagement reaching 270,242, up substantially from before. Engagement rates per post and per follower also rose sharply, indicating that the audience is interacting more actively with the content.Videos performed well, accumulating over 18 million views, contributing to wider reach and impressions that surged to over 18.6 million. Delivered earned media value rose impressively, reflecting the enhanced visibility and influence of the profile.While the average hashtags per post slightly decreased, other engagement metrics such as likes and comments per post more than tripled, painting a picture of growing community involvement.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2075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1.53 %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5561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371.8%</a:t>
            </a:r>
            <a:endParaRPr lang="en-US" sz="1800" dirty="0"/>
          </a:p>
        </p:txBody>
      </p:sp>
      <p:sp>
        <p:nvSpPr>
          <p:cNvPr id="10" name="Text 7"/>
          <p:cNvSpPr/>
          <p:nvPr/>
        </p:nvSpPr>
        <p:spPr>
          <a:xfrm>
            <a:off x="4547546" y="3916971"/>
            <a:ext cx="198993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18.6M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3" name="Text 10"/>
          <p:cNvSpPr/>
          <p:nvPr/>
        </p:nvSpPr>
        <p:spPr>
          <a:xfrm>
            <a:off x="8752378" y="3916971"/>
            <a:ext cx="186562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11.6M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14.29% more, and got 446.21% more engagement.</a:t>
            </a:r>
            <a:endParaRPr lang="en-US" sz="3599" dirty="0"/>
          </a:p>
        </p:txBody>
      </p:sp>
      <p:sp>
        <p:nvSpPr>
          <p:cNvPr id="8" name="Text 5"/>
          <p:cNvSpPr/>
          <p:nvPr/>
        </p:nvSpPr>
        <p:spPr>
          <a:xfrm>
            <a:off x="374556" y="2558410"/>
            <a:ext cx="470620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31.2x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4820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40</a:t>
            </a:r>
            <a:endParaRPr lang="en-US" sz="2999" dirty="0"/>
          </a:p>
        </p:txBody>
      </p:sp>
      <p:sp>
        <p:nvSpPr>
          <p:cNvPr id="11" name="Text 8"/>
          <p:cNvSpPr/>
          <p:nvPr/>
        </p:nvSpPr>
        <p:spPr>
          <a:xfrm>
            <a:off x="691977" y="5269182"/>
            <a:ext cx="83419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14.29%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4464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270.2K</a:t>
            </a:r>
            <a:endParaRPr lang="en-US" sz="2999" dirty="0"/>
          </a:p>
        </p:txBody>
      </p:sp>
      <p:sp>
        <p:nvSpPr>
          <p:cNvPr id="14" name="Text 11"/>
          <p:cNvSpPr/>
          <p:nvPr/>
        </p:nvSpPr>
        <p:spPr>
          <a:xfrm>
            <a:off x="3590027"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7213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6,756</a:t>
            </a:r>
            <a:endParaRPr lang="en-US" sz="2999" dirty="0"/>
          </a:p>
        </p:txBody>
      </p:sp>
      <p:sp>
        <p:nvSpPr>
          <p:cNvPr id="17" name="Text 14"/>
          <p:cNvSpPr/>
          <p:nvPr/>
        </p:nvSpPr>
        <p:spPr>
          <a:xfrm>
            <a:off x="6488078" y="5269182"/>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21882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9,008</a:t>
            </a:r>
            <a:endParaRPr lang="en-US" sz="2999" dirty="0"/>
          </a:p>
        </p:txBody>
      </p:sp>
      <p:sp>
        <p:nvSpPr>
          <p:cNvPr id="20" name="Text 17"/>
          <p:cNvSpPr/>
          <p:nvPr/>
        </p:nvSpPr>
        <p:spPr>
          <a:xfrm>
            <a:off x="9386128"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27328" y="3237690"/>
            <a:ext cx="28701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40</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6" name="Text 3"/>
          <p:cNvSpPr/>
          <p:nvPr/>
        </p:nvSpPr>
        <p:spPr>
          <a:xfrm>
            <a:off x="1422044"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7" name="Text 4"/>
          <p:cNvSpPr/>
          <p:nvPr/>
        </p:nvSpPr>
        <p:spPr>
          <a:xfrm>
            <a:off x="3062712" y="1022094"/>
            <a:ext cx="76419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03,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Shopping with Mother😍👉Get 2% Making Charges on OLD GOLD EXCHANGE,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0520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44.60%</a:t>
            </a:r>
            <a:endParaRPr lang="en-US" sz="900" dirty="0"/>
          </a:p>
        </p:txBody>
      </p:sp>
      <p:sp>
        <p:nvSpPr>
          <p:cNvPr id="13" name="Text 10"/>
          <p:cNvSpPr/>
          <p:nvPr/>
        </p:nvSpPr>
        <p:spPr>
          <a:xfrm>
            <a:off x="1091927" y="4862884"/>
            <a:ext cx="4529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14.6M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885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196.7K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7852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9.1M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22" name="Text 19"/>
          <p:cNvSpPr/>
          <p:nvPr/>
        </p:nvSpPr>
        <p:spPr>
          <a:xfrm>
            <a:off x="5133683"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23" name="Text 20"/>
          <p:cNvSpPr/>
          <p:nvPr/>
        </p:nvSpPr>
        <p:spPr>
          <a:xfrm>
            <a:off x="6796075" y="1022094"/>
            <a:ext cx="74256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14,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2.46%</a:t>
            </a:r>
            <a:endParaRPr lang="en-US" sz="900" dirty="0"/>
          </a:p>
        </p:txBody>
      </p:sp>
      <p:sp>
        <p:nvSpPr>
          <p:cNvPr id="29" name="Text 26"/>
          <p:cNvSpPr/>
          <p:nvPr/>
        </p:nvSpPr>
        <p:spPr>
          <a:xfrm>
            <a:off x="4803566" y="4862884"/>
            <a:ext cx="5109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338.7K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33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10.9K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754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27</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7698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38" name="Text 35"/>
          <p:cNvSpPr/>
          <p:nvPr/>
        </p:nvSpPr>
        <p:spPr>
          <a:xfrm>
            <a:off x="8845422"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39" name="Text 36"/>
          <p:cNvSpPr/>
          <p:nvPr/>
        </p:nvSpPr>
        <p:spPr>
          <a:xfrm>
            <a:off x="10486387" y="1022094"/>
            <a:ext cx="763992"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09,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0120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1.89%</a:t>
            </a:r>
            <a:endParaRPr lang="en-US" sz="900" dirty="0"/>
          </a:p>
        </p:txBody>
      </p:sp>
      <p:sp>
        <p:nvSpPr>
          <p:cNvPr id="45" name="Text 42"/>
          <p:cNvSpPr/>
          <p:nvPr/>
        </p:nvSpPr>
        <p:spPr>
          <a:xfrm>
            <a:off x="8515304" y="4862884"/>
            <a:ext cx="51506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358.6K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292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7,954</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694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419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5194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223.4K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268.5K Total Organic Likes — holding steady.</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9925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268.5K</a:t>
            </a:r>
            <a:endParaRPr lang="en-US" sz="2399" dirty="0"/>
          </a:p>
        </p:txBody>
      </p:sp>
      <p:sp>
        <p:nvSpPr>
          <p:cNvPr id="11" name="Text 8"/>
          <p:cNvSpPr/>
          <p:nvPr/>
        </p:nvSpPr>
        <p:spPr>
          <a:xfrm>
            <a:off x="526918" y="4754961"/>
            <a:ext cx="8009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451.46%</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759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1,738</a:t>
            </a:r>
            <a:endParaRPr lang="en-US" sz="2399" dirty="0"/>
          </a:p>
        </p:txBody>
      </p:sp>
      <p:sp>
        <p:nvSpPr>
          <p:cNvPr id="14" name="Text 11"/>
          <p:cNvSpPr/>
          <p:nvPr/>
        </p:nvSpPr>
        <p:spPr>
          <a:xfrm>
            <a:off x="3336091" y="4754961"/>
            <a:ext cx="713973"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121.12%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118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1.5</a:t>
            </a:r>
            <a:endParaRPr lang="en-US" sz="2999" dirty="0"/>
          </a:p>
        </p:txBody>
      </p:sp>
      <p:sp>
        <p:nvSpPr>
          <p:cNvPr id="10" name="Text 7"/>
          <p:cNvSpPr/>
          <p:nvPr/>
        </p:nvSpPr>
        <p:spPr>
          <a:xfrm>
            <a:off x="691977" y="4088378"/>
            <a:ext cx="867023"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24.66%</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172138"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6,756</a:t>
            </a:r>
            <a:endParaRPr lang="en-US" sz="2999" dirty="0"/>
          </a:p>
        </p:txBody>
      </p:sp>
      <p:sp>
        <p:nvSpPr>
          <p:cNvPr id="13" name="Text 10"/>
          <p:cNvSpPr/>
          <p:nvPr/>
        </p:nvSpPr>
        <p:spPr>
          <a:xfrm>
            <a:off x="4555978" y="4088378"/>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290.2K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1026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290.2K</a:t>
            </a:r>
            <a:endParaRPr lang="en-US" sz="2399" dirty="0"/>
          </a:p>
        </p:txBody>
      </p:sp>
      <p:sp>
        <p:nvSpPr>
          <p:cNvPr id="11" name="Text 8"/>
          <p:cNvSpPr/>
          <p:nvPr/>
        </p:nvSpPr>
        <p:spPr>
          <a:xfrm>
            <a:off x="526918" y="4653386"/>
            <a:ext cx="8175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625.03%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1247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2.4</a:t>
            </a:r>
            <a:endParaRPr lang="en-US" sz="1800" dirty="0"/>
          </a:p>
        </p:txBody>
      </p:sp>
      <p:sp>
        <p:nvSpPr>
          <p:cNvPr id="14" name="Text 11"/>
          <p:cNvSpPr/>
          <p:nvPr/>
        </p:nvSpPr>
        <p:spPr>
          <a:xfrm>
            <a:off x="360480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387862" y="3237690"/>
            <a:ext cx="4264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11.6M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465.8K Avg Views / Post — holding steady.</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2065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465.8K</a:t>
            </a:r>
            <a:endParaRPr lang="en-US" sz="2399" dirty="0"/>
          </a:p>
        </p:txBody>
      </p:sp>
      <p:sp>
        <p:nvSpPr>
          <p:cNvPr id="11" name="Text 8"/>
          <p:cNvSpPr/>
          <p:nvPr/>
        </p:nvSpPr>
        <p:spPr>
          <a:xfrm>
            <a:off x="526918" y="4653386"/>
            <a:ext cx="732126"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534.4%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165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1.5</a:t>
            </a:r>
            <a:endParaRPr lang="en-US" sz="1800" dirty="0"/>
          </a:p>
        </p:txBody>
      </p:sp>
      <p:sp>
        <p:nvSpPr>
          <p:cNvPr id="14" name="Text 11"/>
          <p:cNvSpPr/>
          <p:nvPr/>
        </p:nvSpPr>
        <p:spPr>
          <a:xfrm>
            <a:off x="3544001"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5155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88798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5,155</a:t>
            </a:r>
            <a:endParaRPr lang="en-US" sz="2399" dirty="0"/>
          </a:p>
        </p:txBody>
      </p:sp>
      <p:sp>
        <p:nvSpPr>
          <p:cNvPr id="11" name="Text 8"/>
          <p:cNvSpPr/>
          <p:nvPr/>
        </p:nvSpPr>
        <p:spPr>
          <a:xfrm>
            <a:off x="526918" y="4754961"/>
            <a:ext cx="70995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56.57%</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59007"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a:t>
            </a:r>
            <a:endParaRPr lang="en-US" sz="2399" dirty="0"/>
          </a:p>
        </p:txBody>
      </p:sp>
      <p:sp>
        <p:nvSpPr>
          <p:cNvPr id="14" name="Text 11"/>
          <p:cNvSpPr/>
          <p:nvPr/>
        </p:nvSpPr>
        <p:spPr>
          <a:xfrm>
            <a:off x="3336091" y="4754961"/>
            <a:ext cx="60193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57.8%</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584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40</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2026-07-19T06:17:09Z</dcterms:created>
  <dcterms:modified xsi:type="dcterms:W3CDTF">2026-07-19T06:17:09Z</dcterms:modified>
</cp:coreProperties>
</file>