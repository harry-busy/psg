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32080200" cy="226314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2DF72-6862-6089-1244-E3D30AB2B91E}" v="6" dt="2021-09-20T12:52:47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-Gabriel ANICA (108300)" userId="S::alexandru.anica@stud.acs.upb.ro::429869f6-b0c5-4542-b30a-40322695c735" providerId="AD" clId="Web-{F512DF72-6862-6089-1244-E3D30AB2B91E}"/>
    <pc:docChg chg="modSld">
      <pc:chgData name="Alexandru-Gabriel ANICA (108300)" userId="S::alexandru.anica@stud.acs.upb.ro::429869f6-b0c5-4542-b30a-40322695c735" providerId="AD" clId="Web-{F512DF72-6862-6089-1244-E3D30AB2B91E}" dt="2021-09-20T12:52:47.211" v="3" actId="20577"/>
      <pc:docMkLst>
        <pc:docMk/>
      </pc:docMkLst>
      <pc:sldChg chg="modSp">
        <pc:chgData name="Alexandru-Gabriel ANICA (108300)" userId="S::alexandru.anica@stud.acs.upb.ro::429869f6-b0c5-4542-b30a-40322695c735" providerId="AD" clId="Web-{F512DF72-6862-6089-1244-E3D30AB2B91E}" dt="2021-09-20T12:52:15.929" v="1" actId="20577"/>
        <pc:sldMkLst>
          <pc:docMk/>
          <pc:sldMk cId="0" sldId="256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15.929" v="1" actId="20577"/>
          <ac:spMkLst>
            <pc:docMk/>
            <pc:sldMk cId="0" sldId="256"/>
            <ac:spMk id="81" creationId="{00000000-0000-0000-0000-000000000000}"/>
          </ac:spMkLst>
        </pc:spChg>
      </pc:sldChg>
      <pc:sldChg chg="modSp">
        <pc:chgData name="Alexandru-Gabriel ANICA (108300)" userId="S::alexandru.anica@stud.acs.upb.ro::429869f6-b0c5-4542-b30a-40322695c735" providerId="AD" clId="Web-{F512DF72-6862-6089-1244-E3D30AB2B91E}" dt="2021-09-20T12:52:47.211" v="3" actId="20577"/>
        <pc:sldMkLst>
          <pc:docMk/>
          <pc:sldMk cId="0" sldId="257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47.211" v="3" actId="20577"/>
          <ac:spMkLst>
            <pc:docMk/>
            <pc:sldMk cId="0" sldId="257"/>
            <ac:spMk id="1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01" Type="http://schemas.openxmlformats.org/officeDocument/2006/relationships/image" Target="../media/imageJsReport50001.jpeg"/><Relationship Id="rId50002" Type="http://schemas.openxmlformats.org/officeDocument/2006/relationships/image" Target="../media/imageJsReport50002.jpeg"/><Relationship Id="rId50003" Type="http://schemas.openxmlformats.org/officeDocument/2006/relationships/image" Target="../media/imageJsReport50003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4" Type="http://schemas.openxmlformats.org/officeDocument/2006/relationships/image" Target="../media/imageJsReport50004.png"/><Relationship Id="rId50005" Type="http://schemas.openxmlformats.org/officeDocument/2006/relationships/image" Target="../media/imageJsReport50005.jpeg"/><Relationship Id="rId50006" Type="http://schemas.openxmlformats.org/officeDocument/2006/relationships/image" Target="../media/imageJsReport50006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7" Type="http://schemas.openxmlformats.org/officeDocument/2006/relationships/image" Target="../media/imageJsReport50007.png"/><Relationship Id="rId50008" Type="http://schemas.openxmlformats.org/officeDocument/2006/relationships/image" Target="../media/imageJsReport50008.jpeg"/><Relationship Id="rId50009" Type="http://schemas.openxmlformats.org/officeDocument/2006/relationships/image" Target="../media/imageJsReport50009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0" Type="http://schemas.openxmlformats.org/officeDocument/2006/relationships/image" Target="../media/imageJsReport50010.jpeg"/><Relationship Id="rId50011" Type="http://schemas.openxmlformats.org/officeDocument/2006/relationships/image" Target="../media/imageJsReport50011.jpeg"/><Relationship Id="rId50012" Type="http://schemas.openxmlformats.org/officeDocument/2006/relationships/image" Target="../media/imageJsReport50012.jpeg"/><Relationship Id="rId50013" Type="http://schemas.openxmlformats.org/officeDocument/2006/relationships/image" Target="../media/imageJsReport50013.jpeg"/><Relationship Id="rId50014" Type="http://schemas.openxmlformats.org/officeDocument/2006/relationships/image" Target="../media/imageJsReport50014.jpeg"/><Relationship Id="rId50015" Type="http://schemas.openxmlformats.org/officeDocument/2006/relationships/image" Target="../media/imageJsReport50015.jpeg"/><Relationship Id="rId50016" Type="http://schemas.openxmlformats.org/officeDocument/2006/relationships/image" Target="../media/imageJsReport50016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7" Type="http://schemas.openxmlformats.org/officeDocument/2006/relationships/image" Target="../media/imageJsReport50017.jpeg"/><Relationship Id="rId50018" Type="http://schemas.openxmlformats.org/officeDocument/2006/relationships/image" Target="../media/imageJsReport50018.png"/><Relationship Id="rId50019" Type="http://schemas.openxmlformats.org/officeDocument/2006/relationships/image" Target="../media/imageJsReport50019.png"/><Relationship Id="rId50020" Type="http://schemas.openxmlformats.org/officeDocument/2006/relationships/image" Target="../media/imageJsReport50020.jpeg"/><Relationship Id="rId50021" Type="http://schemas.openxmlformats.org/officeDocument/2006/relationships/image" Target="../media/imageJsReport50021.png"/><Relationship Id="rId50022" Type="http://schemas.openxmlformats.org/officeDocument/2006/relationships/image" Target="../media/imageJsReport50022.jpeg"/><Relationship Id="rId50023" Type="http://schemas.openxmlformats.org/officeDocument/2006/relationships/image" Target="../media/imageJsReport50023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4" Type="http://schemas.openxmlformats.org/officeDocument/2006/relationships/image" Target="../media/imageJsReport50024.jpeg"/><Relationship Id="rId50025" Type="http://schemas.openxmlformats.org/officeDocument/2006/relationships/image" Target="../media/imageJsReport50025.png"/><Relationship Id="rId50026" Type="http://schemas.openxmlformats.org/officeDocument/2006/relationships/image" Target="../media/imageJsReport50026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7" Type="http://schemas.openxmlformats.org/officeDocument/2006/relationships/image" Target="../media/imageJsReport50027.jpeg"/><Relationship Id="rId50028" Type="http://schemas.openxmlformats.org/officeDocument/2006/relationships/image" Target="../media/imageJsReport50028.png"/><Relationship Id="rId50029" Type="http://schemas.openxmlformats.org/officeDocument/2006/relationships/image" Target="../media/imageJsReport50029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0" Type="http://schemas.openxmlformats.org/officeDocument/2006/relationships/image" Target="../media/imageJsReport50030.jpeg"/><Relationship Id="rId50031" Type="http://schemas.openxmlformats.org/officeDocument/2006/relationships/image" Target="../media/imageJsReport50031.png"/><Relationship Id="rId50032" Type="http://schemas.openxmlformats.org/officeDocument/2006/relationships/image" Target="../media/imageJsReport50032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3" Type="http://schemas.openxmlformats.org/officeDocument/2006/relationships/image" Target="../media/imageJsReport50033.jpeg"/><Relationship Id="rId50034" Type="http://schemas.openxmlformats.org/officeDocument/2006/relationships/image" Target="../media/imageJsReport50034.png"/><Relationship Id="rId50035" Type="http://schemas.openxmlformats.org/officeDocument/2006/relationships/image" Target="../media/imageJsReport50035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36" Type="http://schemas.openxmlformats.org/officeDocument/2006/relationships/image" Target="../media/imageJsReport50036.png"/><Relationship Id="rId50037" Type="http://schemas.openxmlformats.org/officeDocument/2006/relationships/image" Target="../media/imageJsReport50037.png"/><Relationship Id="rId50038" Type="http://schemas.openxmlformats.org/officeDocument/2006/relationships/image" Target="../media/imageJsReport50038.jpeg"/><Relationship Id="rId50039" Type="http://schemas.openxmlformats.org/officeDocument/2006/relationships/image" Target="../media/imageJsReport50039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0" Type="http://schemas.openxmlformats.org/officeDocument/2006/relationships/image" Target="../media/imageJsReport50040.png"/><Relationship Id="rId50041" Type="http://schemas.openxmlformats.org/officeDocument/2006/relationships/image" Target="../media/imageJsReport50041.png"/><Relationship Id="rId50042" Type="http://schemas.openxmlformats.org/officeDocument/2006/relationships/image" Target="../media/imageJsReport50042.jpeg"/><Relationship Id="rId50043" Type="http://schemas.openxmlformats.org/officeDocument/2006/relationships/image" Target="../media/imageJsReport50043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4" Type="http://schemas.openxmlformats.org/officeDocument/2006/relationships/image" Target="../media/imageJsReport50044.png"/><Relationship Id="rId50045" Type="http://schemas.openxmlformats.org/officeDocument/2006/relationships/image" Target="../media/imageJsReport50045.png"/><Relationship Id="rId50046" Type="http://schemas.openxmlformats.org/officeDocument/2006/relationships/image" Target="../media/imageJsReport50046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47" Type="http://schemas.openxmlformats.org/officeDocument/2006/relationships/image" Target="../media/imageJsReport50047.png"/><Relationship Id="rId50048" Type="http://schemas.openxmlformats.org/officeDocument/2006/relationships/image" Target="../media/imageJsReport50048.jpeg"/><Relationship Id="rId50049" Type="http://schemas.openxmlformats.org/officeDocument/2006/relationships/image" Target="../media/imageJsReport50049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0" Type="http://schemas.openxmlformats.org/officeDocument/2006/relationships/image" Target="../media/imageJsReport50050.png"/><Relationship Id="rId50051" Type="http://schemas.openxmlformats.org/officeDocument/2006/relationships/image" Target="../media/imageJsReport50051.jpeg"/><Relationship Id="rId50052" Type="http://schemas.openxmlformats.org/officeDocument/2006/relationships/image" Target="../media/imageJsReport50052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3" Type="http://schemas.openxmlformats.org/officeDocument/2006/relationships/image" Target="../media/imageJsReport50053.png"/><Relationship Id="rId50054" Type="http://schemas.openxmlformats.org/officeDocument/2006/relationships/image" Target="../media/imageJsReport50054.jpeg"/><Relationship Id="rId50055" Type="http://schemas.openxmlformats.org/officeDocument/2006/relationships/image" Target="../media/imageJsReport50055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6" Type="http://schemas.openxmlformats.org/officeDocument/2006/relationships/image" Target="../media/imageJsReport50056.png"/><Relationship Id="rId50057" Type="http://schemas.openxmlformats.org/officeDocument/2006/relationships/image" Target="../media/imageJsReport50057.jpeg"/><Relationship Id="rId50058" Type="http://schemas.openxmlformats.org/officeDocument/2006/relationships/image" Target="../media/imageJsReport50058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59" Type="http://schemas.openxmlformats.org/officeDocument/2006/relationships/image" Target="../media/imageJsReport50059.png"/><Relationship Id="rId50060" Type="http://schemas.openxmlformats.org/officeDocument/2006/relationships/image" Target="../media/imageJsReport50060.png"/><Relationship Id="rId50061" Type="http://schemas.openxmlformats.org/officeDocument/2006/relationships/image" Target="../media/imageJsReport50061.jpeg"/><Relationship Id="rId50062" Type="http://schemas.openxmlformats.org/officeDocument/2006/relationships/image" Target="../media/imageJsReport50062.pn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63" Type="http://schemas.openxmlformats.org/officeDocument/2006/relationships/image" Target="../media/imageJsReport50063.png"/><Relationship Id="rId50064" Type="http://schemas.openxmlformats.org/officeDocument/2006/relationships/image" Target="../media/imageJsReport50064.png"/><Relationship Id="rId50065" Type="http://schemas.openxmlformats.org/officeDocument/2006/relationships/image" Target="../media/imageJsReport50065.jpeg"/><Relationship Id="rId50066" Type="http://schemas.openxmlformats.org/officeDocument/2006/relationships/image" Target="../media/imageJsReport50066.pn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67" Type="http://schemas.openxmlformats.org/officeDocument/2006/relationships/image" Target="../media/imageJsReport50067.png"/><Relationship Id="rId50068" Type="http://schemas.openxmlformats.org/officeDocument/2006/relationships/image" Target="../media/imageJsReport50068.jpeg"/><Relationship Id="rId50069" Type="http://schemas.openxmlformats.org/officeDocument/2006/relationships/image" Target="../media/imageJsReport50069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70" Type="http://schemas.openxmlformats.org/officeDocument/2006/relationships/image" Target="../media/imageJsReport50070.png"/><Relationship Id="rId50071" Type="http://schemas.openxmlformats.org/officeDocument/2006/relationships/image" Target="../media/imageJsReport50071.jpeg"/><Relationship Id="rId50072" Type="http://schemas.openxmlformats.org/officeDocument/2006/relationships/image" Target="../media/imageJsReport500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48040" y="9789120"/>
            <a:ext cx="291600" cy="291600"/>
          </a:xfrm>
          <a:prstGeom prst="ellipse">
            <a:avLst/>
          </a:prstGeom>
          <a:solidFill>
            <a:srgbClr val="C3E4D3"/>
          </a:solidFill>
          <a:ln w="25560">
            <a:solidFill>
              <a:srgbClr val="C3E4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CustomShape 2"/>
          <p:cNvSpPr/>
          <p:nvPr/>
        </p:nvSpPr>
        <p:spPr>
          <a:xfrm>
            <a:off x="8229600" y="7389360"/>
            <a:ext cx="238377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CustomShape 3"/>
          <p:cNvSpPr/>
          <p:nvPr/>
        </p:nvSpPr>
        <p:spPr>
          <a:xfrm>
            <a:off x="5829840" y="9865800"/>
            <a:ext cx="2623752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4"/>
          <p:cNvSpPr/>
          <p:nvPr/>
        </p:nvSpPr>
        <p:spPr>
          <a:xfrm>
            <a:off x="3466800" y="12342240"/>
            <a:ext cx="286005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CustomShape 5"/>
          <p:cNvSpPr/>
          <p:nvPr/>
        </p:nvSpPr>
        <p:spPr>
          <a:xfrm>
            <a:off x="4439880" y="5259600"/>
            <a:ext cx="23776200" cy="164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0" b="0" strike="noStrike" spc="-4">
                <a:solidFill>
                  <a:srgbClr val="000000"/>
                </a:solidFill>
                <a:latin typeface="Arial"/>
                <a:ea typeface="Arial"/>
              </a:rPr>
              <a:t>Instagram Social Report </a:t>
            </a:r>
            <a:endParaRPr lang="en-US" sz="9000" b="0" strike="noStrike" spc="-1">
              <a:latin typeface="Arial"/>
            </a:endParaRPr>
          </a:p>
        </p:txBody>
      </p:sp>
      <p:sp>
        <p:nvSpPr>
          <p:cNvPr id="81" name="CustomShape 6"/>
          <p:cNvSpPr/>
          <p:nvPr/>
        </p:nvSpPr>
        <p:spPr>
          <a:xfrm>
            <a:off x="4439880" y="11297756"/>
            <a:ext cx="23776200" cy="918968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4200" b="0" i="1" strike="noStrike" spc="-4" dirty="0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r>
              <a:rPr lang="en-US" sz="4200" i="1" spc="-4" dirty="0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4200" b="0" strike="noStrike" spc="-1" dirty="0">
              <a:latin typeface="Arial"/>
            </a:endParaRPr>
          </a:p>
        </p:txBody>
      </p:sp>
      <p:sp>
        <p:nvSpPr>
          <p:cNvPr id="82" name="CustomShape 7"/>
          <p:cNvSpPr/>
          <p:nvPr/>
        </p:nvSpPr>
        <p:spPr>
          <a:xfrm>
            <a:off x="5544720" y="8580240"/>
            <a:ext cx="26397360" cy="1093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Vardhman Jewels  vs  Psg Gold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83" name="Group 8"/>
          <p:cNvGrpSpPr/>
          <p:nvPr/>
        </p:nvGrpSpPr>
        <p:grpSpPr>
          <a:xfrm>
            <a:off x="2744280" y="2102760"/>
            <a:ext cx="2000250" cy="2000250"/>
            <a:chOff x="2744280" y="2102760"/>
            <a:chExt cx="3839400" cy="3259800"/>
          </a:xfrm>
        </p:grpSpPr>
        <p:pic>
          <p:nvPicPr>
            <p:cNvPr id="84" name="Google Shape;73;p14_0" descr="Google Shape;73;p14_0"/>
            <p:cNvPicPr/>
            <p:nvPr/>
          </p:nvPicPr>
          <p:blipFill>
            <a:blip r:embed="rId50001"/>
            <a:stretch/>
          </p:blipFill>
          <p:spPr>
            <a:xfrm>
              <a:off x="2744280" y="2102760"/>
              <a:ext cx="3839400" cy="32598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6" name="Group 10"/>
          <p:cNvGrpSpPr/>
          <p:nvPr/>
        </p:nvGrpSpPr>
        <p:grpSpPr>
          <a:xfrm>
            <a:off x="27369360" y="2103840"/>
            <a:ext cx="2000250" cy="2000250"/>
            <a:chOff x="27369360" y="2103840"/>
            <a:chExt cx="4543200" cy="4485600"/>
          </a:xfrm>
        </p:grpSpPr>
        <p:pic>
          <p:nvPicPr>
            <p:cNvPr id="87" name="Google Shape;73;p14_2" descr="Google Shape;73;p14_2"/>
            <p:cNvPicPr/>
            <p:nvPr/>
          </p:nvPicPr>
          <p:blipFill>
            <a:blip r:embed="rId50002"/>
            <a:stretch/>
          </p:blipFill>
          <p:spPr>
            <a:xfrm>
              <a:off x="27369360" y="2103840"/>
              <a:ext cx="4543200" cy="44856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9" name="Group 12"/>
          <p:cNvGrpSpPr/>
          <p:nvPr/>
        </p:nvGrpSpPr>
        <p:grpSpPr>
          <a:xfrm>
            <a:off x="6384240" y="2100960"/>
            <a:ext cx="18288000" cy="12192000"/>
            <a:chOff x="6384240" y="2100960"/>
            <a:chExt cx="4007520" cy="3107160"/>
          </a:xfrm>
        </p:grpSpPr>
        <p:pic>
          <p:nvPicPr>
            <p:cNvPr id="90" name="Google Shape;73;p14_1" descr="Google Shape;73;p14"/>
            <p:cNvPicPr/>
            <p:nvPr/>
          </p:nvPicPr>
          <p:blipFill>
            <a:blip r:embed="rId50003"/>
            <a:stretch/>
          </p:blipFill>
          <p:spPr>
            <a:xfrm>
              <a:off x="6384240" y="210096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97" name="Object 7_1" descr="Object 7_1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0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12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2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3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105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5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6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8.8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8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9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0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0.2%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2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3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4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5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6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7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8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20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1" name="CustomShape 29"/>
          <p:cNvSpPr/>
          <p:nvPr/>
        </p:nvSpPr>
        <p:spPr>
          <a:xfrm>
            <a:off x="16175160" y="6078381"/>
            <a:ext cx="23776200" cy="765079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r>
              <a:rPr lang="en-US" sz="3200" spc="-4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2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6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7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8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4973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30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1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0%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2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3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34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35" name="Google Shape;73;p14_3" descr="Google Shape;73;p14_3"/>
            <p:cNvPicPr/>
            <p:nvPr/>
          </p:nvPicPr>
          <p:blipFill>
            <a:blip r:embed="rId50004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37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38" name="Google Shape;220;p17_1" descr="Google Shape;220;p17_0"/>
            <p:cNvPicPr/>
            <p:nvPr/>
          </p:nvPicPr>
          <p:blipFill>
            <a:blip r:embed="rId5000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40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41" name="Google Shape;73;p14_4" descr="Google Shape;73;p14"/>
            <p:cNvPicPr/>
            <p:nvPr/>
          </p:nvPicPr>
          <p:blipFill>
            <a:blip r:embed="rId5000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47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148" name="Object 7_2" descr="Object 7_2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149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150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1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190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3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4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5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59.9K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6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7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315.3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9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0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1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0.0%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3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4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5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7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8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9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7066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71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2" name="CustomShape 29"/>
          <p:cNvSpPr/>
          <p:nvPr/>
        </p:nvSpPr>
        <p:spPr>
          <a:xfrm>
            <a:off x="16175160" y="6082560"/>
            <a:ext cx="23776200" cy="756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73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7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8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9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1177713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81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2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0.6%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3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4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85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86" name="Google Shape;73;p14_5" descr="Google Shape;73;p14_5"/>
            <p:cNvPicPr/>
            <p:nvPr/>
          </p:nvPicPr>
          <p:blipFill>
            <a:blip r:embed="rId50007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88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89" name="Google Shape;220;p17_17" descr="Google Shape;220;p17_0"/>
            <p:cNvPicPr/>
            <p:nvPr/>
          </p:nvPicPr>
          <p:blipFill>
            <a:blip r:embed="rId5000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91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92" name="Google Shape;73;p14_6" descr="Google Shape;73;p14"/>
            <p:cNvPicPr/>
            <p:nvPr/>
          </p:nvPicPr>
          <p:blipFill>
            <a:blip r:embed="rId5000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7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98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99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00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01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2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3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4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5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6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7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8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25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06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07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18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26 Jun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7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carousel_album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8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24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15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12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11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9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19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20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23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14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9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21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22" name="Google Shape;184;p16_7" descr="Google Shape;184;p16_7"/>
            <p:cNvPicPr/>
            <p:nvPr/>
          </p:nvPicPr>
          <p:blipFill>
            <a:blip r:embed="rId50010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4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25" name="Google Shape;184;p16_8" descr="Google Shape;184;p16_8"/>
            <p:cNvPicPr/>
            <p:nvPr/>
          </p:nvPicPr>
          <p:blipFill>
            <a:blip r:embed="rId50011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7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28" name="Google Shape;184;p16_9" descr="Google Shape;184;p16_9"/>
            <p:cNvPicPr/>
            <p:nvPr/>
          </p:nvPicPr>
          <p:blipFill>
            <a:blip r:embed="rId50012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0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31" name="Google Shape;184;p16_10" descr="Google Shape;184;p16_10"/>
            <p:cNvPicPr/>
            <p:nvPr/>
          </p:nvPicPr>
          <p:blipFill>
            <a:blip r:embed="rId50013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3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34" name="Google Shape;184;p16_11" descr="Google Shape;184;p16_11"/>
            <p:cNvPicPr/>
            <p:nvPr/>
          </p:nvPicPr>
          <p:blipFill>
            <a:blip r:embed="rId50014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36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✨ Real stories, pure trust! ✨  (Vardhaman Jewels customer review, best jewellery collection, pure...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7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If you know , you know. That “hmm” isn’t just a sound ; it’s the sound of masterpiece in progress...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8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✨ The wait ends here. Unveiling our newest jewellery collection—crafted to sparkle, designed to c...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9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✨Discover 2026’s hottest jewellery trends, crafted to elevate every celebration at Vardhaman Jewe...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40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✨See timeless elegance reflected in every handcrafted Vardhaman jewel you wear with pride✨  (Vard...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41" name="Object 7_3" descr="Object 7_3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42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43" name="Google Shape;220;p17_18" descr="Google Shape;220;p17_0"/>
            <p:cNvPicPr/>
            <p:nvPr/>
          </p:nvPicPr>
          <p:blipFill>
            <a:blip r:embed="rId5001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45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246" name="Google Shape;73;p14_7" descr="Google Shape;73;p14"/>
            <p:cNvPicPr/>
            <p:nvPr/>
          </p:nvPicPr>
          <p:blipFill>
            <a:blip r:embed="rId5001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9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1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252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3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4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5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6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7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8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9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0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1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2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3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5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8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0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18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03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06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18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10 Jul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1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carousel_album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2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5743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4269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2085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1625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1053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3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64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173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4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4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5679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4096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2082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1613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1049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75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76" name="Google Shape;184;p16_13" descr="Google Shape;184;p16_13"/>
            <p:cNvPicPr/>
            <p:nvPr/>
          </p:nvPicPr>
          <p:blipFill>
            <a:blip r:embed="rId50017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78" name="Group 30"/>
          <p:cNvGrpSpPr/>
          <p:nvPr/>
        </p:nvGrpSpPr>
        <p:grpSpPr>
          <a:xfrm>
            <a:off x="5155920" y="9408960"/>
            <a:ext cx="18288000" cy="12192000"/>
            <a:chOff x="5155920" y="9408960"/>
            <a:chExt cx="1624320" cy="5382360"/>
          </a:xfrm>
        </p:grpSpPr>
        <p:pic>
          <p:nvPicPr>
            <p:cNvPr id="279" name="Google Shape;184;p16_14" descr="Google Shape;184;p16_14"/>
            <p:cNvPicPr/>
            <p:nvPr/>
          </p:nvPicPr>
          <p:blipFill>
            <a:blip r:embed="rId50018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1" name="Group 32"/>
          <p:cNvGrpSpPr/>
          <p:nvPr/>
        </p:nvGrpSpPr>
        <p:grpSpPr>
          <a:xfrm>
            <a:off x="5155920" y="11686680"/>
            <a:ext cx="18288000" cy="12192000"/>
            <a:chOff x="5155920" y="11686680"/>
            <a:chExt cx="1624320" cy="5382360"/>
          </a:xfrm>
        </p:grpSpPr>
        <p:pic>
          <p:nvPicPr>
            <p:cNvPr id="282" name="Google Shape;184;p16_15" descr="Google Shape;184;p16_15"/>
            <p:cNvPicPr/>
            <p:nvPr/>
          </p:nvPicPr>
          <p:blipFill>
            <a:blip r:embed="rId50019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4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85" name="Google Shape;184;p16_16" descr="Google Shape;184;p16_16"/>
            <p:cNvPicPr/>
            <p:nvPr/>
          </p:nvPicPr>
          <p:blipFill>
            <a:blip r:embed="rId50020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7" name="Group 36"/>
          <p:cNvGrpSpPr/>
          <p:nvPr/>
        </p:nvGrpSpPr>
        <p:grpSpPr>
          <a:xfrm>
            <a:off x="5155920" y="16268040"/>
            <a:ext cx="18288000" cy="12192000"/>
            <a:chOff x="5155920" y="16268040"/>
            <a:chExt cx="1624320" cy="5382360"/>
          </a:xfrm>
        </p:grpSpPr>
        <p:pic>
          <p:nvPicPr>
            <p:cNvPr id="288" name="Google Shape;184;p16_17" descr="Google Shape;184;p16_17"/>
            <p:cNvPicPr/>
            <p:nvPr/>
          </p:nvPicPr>
          <p:blipFill>
            <a:blip r:embed="rId50021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90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2.600 gms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1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22 CT  gold /  BIS 916 Hall mark Necklace 13.862 gms  Contact No. For more details 6361212022 , 9...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2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22 CT  gold /  BIS 916 Hall mark Ring  Contact No. For more details 6361212022 , 9113993129 psg.g...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3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 gms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4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22 CT  gold /  BIS 916 Hall mark Chain  10.500 gms  Contact No. For more details 6361212022 , 911...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95" name="Object 7_4" descr="Object 7_4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96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97" name="Google Shape;220;p17_19" descr="Google Shape;220;p17_0"/>
            <p:cNvPicPr/>
            <p:nvPr/>
          </p:nvPicPr>
          <p:blipFill>
            <a:blip r:embed="rId5002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99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00" name="Google Shape;73;p14_8" descr="Google Shape;73;p14"/>
            <p:cNvPicPr/>
            <p:nvPr/>
          </p:nvPicPr>
          <p:blipFill>
            <a:blip r:embed="rId5002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0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0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1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thu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1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13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658960"/>
          </a:xfrm>
        </p:grpSpPr>
        <p:pic>
          <p:nvPicPr>
            <p:cNvPr id="314" name="Google Shape;220;p17_0" descr="Google Shape;220;p17_0"/>
            <p:cNvPicPr/>
            <p:nvPr/>
          </p:nvPicPr>
          <p:blipFill>
            <a:blip r:embed="rId50024"/>
            <a:stretch/>
          </p:blipFill>
          <p:spPr>
            <a:xfrm>
              <a:off x="1071360" y="90504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16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17" name="Google Shape;220;p17_5" descr="Google Shape;220;p17_5"/>
            <p:cNvPicPr/>
            <p:nvPr/>
          </p:nvPicPr>
          <p:blipFill>
            <a:blip r:embed="rId50025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19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0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21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22" name="Object 7_5" descr="Object 7_5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2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24" name="Google Shape;73;p14_9" descr="Google Shape;73;p14"/>
            <p:cNvPicPr/>
            <p:nvPr/>
          </p:nvPicPr>
          <p:blipFill>
            <a:blip r:embed="rId5002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3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tue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3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37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38" name="Google Shape;220;p17_6" descr="Google Shape;220;p17_6"/>
            <p:cNvPicPr/>
            <p:nvPr/>
          </p:nvPicPr>
          <p:blipFill>
            <a:blip r:embed="rId50027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40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41" name="Google Shape;220;p17_8" descr="Google Shape;220;p17_8"/>
            <p:cNvPicPr/>
            <p:nvPr/>
          </p:nvPicPr>
          <p:blipFill>
            <a:blip r:embed="rId50028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43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45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46" name="Object 7_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4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48" name="Google Shape;73;p14_10" descr="Google Shape;73;p14"/>
            <p:cNvPicPr/>
            <p:nvPr/>
          </p:nvPicPr>
          <p:blipFill>
            <a:blip r:embed="rId5002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5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0.4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6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61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62" name="Google Shape;220;p17_2" descr="Google Shape;220;p17_6"/>
            <p:cNvPicPr/>
            <p:nvPr/>
          </p:nvPicPr>
          <p:blipFill>
            <a:blip r:embed="rId50030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64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65" name="Google Shape;220;p17_3" descr="Google Shape;220;p17_8"/>
            <p:cNvPicPr/>
            <p:nvPr/>
          </p:nvPicPr>
          <p:blipFill>
            <a:blip r:embed="rId50031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67" name="Object 7_1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6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69" name="Google Shape;73;p14_11" descr="Google Shape;73;p14"/>
            <p:cNvPicPr/>
            <p:nvPr/>
          </p:nvPicPr>
          <p:blipFill>
            <a:blip r:embed="rId5003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7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0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8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82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83" name="Google Shape;220;p17_7" descr="Google Shape;220;p17_6"/>
            <p:cNvPicPr/>
            <p:nvPr/>
          </p:nvPicPr>
          <p:blipFill>
            <a:blip r:embed="rId50033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85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86" name="Google Shape;220;p17_10" descr="Google Shape;220;p17_8"/>
            <p:cNvPicPr/>
            <p:nvPr/>
          </p:nvPicPr>
          <p:blipFill>
            <a:blip r:embed="rId50034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88" name="Object 7_18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8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90" name="Google Shape;73;p14_12" descr="Google Shape;73;p14"/>
            <p:cNvPicPr/>
            <p:nvPr/>
          </p:nvPicPr>
          <p:blipFill>
            <a:blip r:embed="rId5003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97" name="Object 7_0" descr="Object 7_0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3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00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1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2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3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4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5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5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6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5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12.80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11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07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08" name="Google Shape;184;p16_4" descr="Google Shape;184;p16_4"/>
            <p:cNvPicPr/>
            <p:nvPr/>
          </p:nvPicPr>
          <p:blipFill>
            <a:blip r:embed="rId50036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0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11" name="Google Shape;184;p16_5" descr="Google Shape;184;p16_5"/>
            <p:cNvPicPr/>
            <p:nvPr/>
          </p:nvPicPr>
          <p:blipFill>
            <a:blip r:embed="rId50037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3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14" name="Google Shape;220;p17_20" descr="Google Shape;220;p17_0"/>
            <p:cNvPicPr/>
            <p:nvPr/>
          </p:nvPicPr>
          <p:blipFill>
            <a:blip r:embed="rId5003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6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17" name="Google Shape;73;p14_13" descr="Google Shape;73;p14"/>
            <p:cNvPicPr/>
            <p:nvPr/>
          </p:nvPicPr>
          <p:blipFill>
            <a:blip r:embed="rId5003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24" name="Object 7_8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2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2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2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9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0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1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156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2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3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300.75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403.34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40.50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34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35" name="Google Shape;184;p16_19" descr="Google Shape;184;p16_19"/>
            <p:cNvPicPr/>
            <p:nvPr/>
          </p:nvPicPr>
          <p:blipFill>
            <a:blip r:embed="rId50040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37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38" name="Google Shape;184;p16_20" descr="Google Shape;184;p16_20"/>
            <p:cNvPicPr/>
            <p:nvPr/>
          </p:nvPicPr>
          <p:blipFill>
            <a:blip r:embed="rId50041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0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41" name="Google Shape;220;p17_21" descr="Google Shape;220;p17_0"/>
            <p:cNvPicPr/>
            <p:nvPr/>
          </p:nvPicPr>
          <p:blipFill>
            <a:blip r:embed="rId5004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3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44" name="Google Shape;73;p14_14" descr="Google Shape;73;p14"/>
            <p:cNvPicPr/>
            <p:nvPr/>
          </p:nvPicPr>
          <p:blipFill>
            <a:blip r:embed="rId5004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7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8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9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0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51" name="Object 7_20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52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53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54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Vardhman Jewels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5" name="CustomShape 9"/>
          <p:cNvSpPr/>
          <p:nvPr/>
        </p:nvSpPr>
        <p:spPr>
          <a:xfrm>
            <a:off x="2840400" y="14304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Psg Gold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6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7" name="CustomShape 11"/>
          <p:cNvSpPr/>
          <p:nvPr/>
        </p:nvSpPr>
        <p:spPr>
          <a:xfrm>
            <a:off x="22354920" y="6436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8" name="CustomShape 12"/>
          <p:cNvSpPr/>
          <p:nvPr/>
        </p:nvSpPr>
        <p:spPr>
          <a:xfrm>
            <a:off x="27106920" y="6437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30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64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11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9" name="CustomShape 13"/>
          <p:cNvSpPr/>
          <p:nvPr/>
        </p:nvSpPr>
        <p:spPr>
          <a:xfrm>
            <a:off x="22354920" y="16264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60" name="CustomShape 14"/>
          <p:cNvSpPr/>
          <p:nvPr/>
        </p:nvSpPr>
        <p:spPr>
          <a:xfrm>
            <a:off x="27106920" y="16265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46.92K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12.91K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81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61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62" name="Google Shape;184;p16_37" descr="Google Shape;184;p16_19"/>
            <p:cNvPicPr/>
            <p:nvPr/>
          </p:nvPicPr>
          <p:blipFill>
            <a:blip r:embed="rId50044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4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65" name="Google Shape;184;p16_38" descr="Google Shape;184;p16_20"/>
            <p:cNvPicPr/>
            <p:nvPr/>
          </p:nvPicPr>
          <p:blipFill>
            <a:blip r:embed="rId50045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68" name="Google Shape;73;p14_15" descr="Google Shape;73;p14"/>
            <p:cNvPicPr/>
            <p:nvPr/>
          </p:nvPicPr>
          <p:blipFill>
            <a:blip r:embed="rId5004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7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9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48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481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482" name="Google Shape;220;p17_11" descr="Google Shape;220;p17_11"/>
            <p:cNvPicPr/>
            <p:nvPr/>
          </p:nvPicPr>
          <p:blipFill>
            <a:blip r:embed="rId50047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484" name="Object 7_11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485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86" name="Google Shape;220;p17_9" descr="Google Shape;220;p17_0"/>
            <p:cNvPicPr/>
            <p:nvPr/>
          </p:nvPicPr>
          <p:blipFill>
            <a:blip r:embed="rId5004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8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89" name="Google Shape;73;p14_16" descr="Google Shape;73;p14"/>
            <p:cNvPicPr/>
            <p:nvPr/>
          </p:nvPicPr>
          <p:blipFill>
            <a:blip r:embed="rId5004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9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0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1997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0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02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03" name="Google Shape;220;p17_16" descr="Google Shape;220;p17_11"/>
            <p:cNvPicPr/>
            <p:nvPr/>
          </p:nvPicPr>
          <p:blipFill>
            <a:blip r:embed="rId50050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505" name="Object 7_19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06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07" name="Google Shape;220;p17_15" descr="Google Shape;220;p17_0"/>
            <p:cNvPicPr/>
            <p:nvPr/>
          </p:nvPicPr>
          <p:blipFill>
            <a:blip r:embed="rId5005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0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10" name="Google Shape;73;p14_17" descr="Google Shape;73;p14"/>
            <p:cNvPicPr/>
            <p:nvPr/>
          </p:nvPicPr>
          <p:blipFill>
            <a:blip r:embed="rId5005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1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1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2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mon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23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24" name="Google Shape;220;p17_14" descr="Google Shape;220;p17_11"/>
            <p:cNvPicPr/>
            <p:nvPr/>
          </p:nvPicPr>
          <p:blipFill>
            <a:blip r:embed="rId50053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26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7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8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29" name="Object 7_7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30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31" name="Google Shape;220;p17_12" descr="Google Shape;220;p17_0"/>
            <p:cNvPicPr/>
            <p:nvPr/>
          </p:nvPicPr>
          <p:blipFill>
            <a:blip r:embed="rId50054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3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34" name="Google Shape;73;p14_18" descr="Google Shape;73;p14"/>
            <p:cNvPicPr/>
            <p:nvPr/>
          </p:nvPicPr>
          <p:blipFill>
            <a:blip r:embed="rId5005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4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thu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4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47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48" name="Google Shape;220;p17_13" descr="Google Shape;220;p17_13"/>
            <p:cNvPicPr/>
            <p:nvPr/>
          </p:nvPicPr>
          <p:blipFill>
            <a:blip r:embed="rId50056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50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1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52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53" name="Object 7_12" descr="Object 7_12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54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55" name="Google Shape;220;p17_4" descr="Google Shape;220;p17_0"/>
            <p:cNvPicPr/>
            <p:nvPr/>
          </p:nvPicPr>
          <p:blipFill>
            <a:blip r:embed="rId50057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5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58" name="Google Shape;73;p14_19" descr="Google Shape;73;p14"/>
            <p:cNvPicPr/>
            <p:nvPr/>
          </p:nvPicPr>
          <p:blipFill>
            <a:blip r:embed="rId50058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1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2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3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4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65" name="Object 7_13" descr="Object 7_13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66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67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68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9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70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1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2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3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4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102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5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6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77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578" name="Google Shape;184;p16_28" descr="Google Shape;184;p16_28"/>
            <p:cNvPicPr/>
            <p:nvPr/>
          </p:nvPicPr>
          <p:blipFill>
            <a:blip r:embed="rId50059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0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581" name="Google Shape;184;p16_29" descr="Google Shape;184;p16_29"/>
            <p:cNvPicPr/>
            <p:nvPr/>
          </p:nvPicPr>
          <p:blipFill>
            <a:blip r:embed="rId50060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3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84" name="Google Shape;220;p17_22" descr="Google Shape;220;p17_0"/>
            <p:cNvPicPr/>
            <p:nvPr/>
          </p:nvPicPr>
          <p:blipFill>
            <a:blip r:embed="rId5006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6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87" name="Google Shape;73;p14_20" descr="Google Shape;73;p14"/>
            <p:cNvPicPr/>
            <p:nvPr/>
          </p:nvPicPr>
          <p:blipFill>
            <a:blip r:embed="rId5006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94" name="Object 7_14" descr="Object 7_14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9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9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9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9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0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788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1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2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3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59.1K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4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5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06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607" name="Google Shape;184;p16_30" descr="Google Shape;184;p16_30"/>
            <p:cNvPicPr/>
            <p:nvPr/>
          </p:nvPicPr>
          <p:blipFill>
            <a:blip r:embed="rId50063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09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610" name="Google Shape;184;p16_31" descr="Google Shape;184;p16_31"/>
            <p:cNvPicPr/>
            <p:nvPr/>
          </p:nvPicPr>
          <p:blipFill>
            <a:blip r:embed="rId50064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2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13" name="Google Shape;220;p17_23" descr="Google Shape;220;p17_0"/>
            <p:cNvPicPr/>
            <p:nvPr/>
          </p:nvPicPr>
          <p:blipFill>
            <a:blip r:embed="rId5006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5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16" name="Google Shape;73;p14_21" descr="Google Shape;73;p14"/>
            <p:cNvPicPr/>
            <p:nvPr/>
          </p:nvPicPr>
          <p:blipFill>
            <a:blip r:embed="rId5006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9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0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1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2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23" name="Object 7_15" descr="Object 7_15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24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Vardhman Jewels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25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26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7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8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29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0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1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vardhamanjewellers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templejewellery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bridaljewellery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jayanagar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vardhamanjewels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timelesselegance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32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5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33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34" name="Google Shape;184;p16_33" descr="Google Shape;184;p16_33"/>
            <p:cNvPicPr/>
            <p:nvPr/>
          </p:nvPicPr>
          <p:blipFill>
            <a:blip r:embed="rId50067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36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37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38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39" name="Google Shape;220;p17_24" descr="Google Shape;220;p17_0"/>
            <p:cNvPicPr/>
            <p:nvPr/>
          </p:nvPicPr>
          <p:blipFill>
            <a:blip r:embed="rId5006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41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42" name="Google Shape;73;p14_22" descr="Google Shape;73;p14"/>
            <p:cNvPicPr/>
            <p:nvPr/>
          </p:nvPicPr>
          <p:blipFill>
            <a:blip r:embed="rId5006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5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6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7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48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49" name="Object 7_17" descr="Object 7_17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50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Psg Gold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51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2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53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4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4.8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55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6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7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myosre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sumitjewels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longharam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pendant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necklace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ring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58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183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182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178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178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51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29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25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59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60" name="Google Shape;184;p16_36" descr="Google Shape;184;p16_36"/>
            <p:cNvPicPr/>
            <p:nvPr/>
          </p:nvPicPr>
          <p:blipFill>
            <a:blip r:embed="rId50070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62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63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64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65" name="Google Shape;220;p17_25" descr="Google Shape;220;p17_0"/>
            <p:cNvPicPr/>
            <p:nvPr/>
          </p:nvPicPr>
          <p:blipFill>
            <a:blip r:embed="rId5007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67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68" name="Google Shape;73;p14_23" descr="Google Shape;73;p14"/>
            <p:cNvPicPr/>
            <p:nvPr/>
          </p:nvPicPr>
          <p:blipFill>
            <a:blip r:embed="rId5007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Microsoft Office PowerPoint</Application>
  <PresentationFormat>Custom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/>
  <cp:revision>13</cp:revision>
  <dcterms:modified xsi:type="dcterms:W3CDTF">2021-09-20T12:52:56Z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Notes">
    <vt:i4>0</vt:i4>
  </property>
  <property fmtid="{D5CDD505-2E9C-101B-9397-08002B2CF9AE}" pid="7" name="PresentationFormat">
    <vt:lpwstr>Custom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20</vt:i4>
  </property>
</Properties>
</file>