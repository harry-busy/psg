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jpe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jpe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DIYAM HOUSE OF SILVER  vs  Psg Gold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281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1.4%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59.9K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315.3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0.0%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7066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1177713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0.6%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02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21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27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8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Adjustable Rakhi. Available in stock. Get yours before its over. For more details Dm 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Earings Oxidise Finish. Available in Stock. For more details DM or visit store. diyamh...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oxadise Necklace. Available in stock. For more details Dm or Visit store. diyamhouseof...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 in oxidese finish. Available in stock. For more detailes Dm or visit store. d...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Necklace. Available in Stock. For more details Dm or Visit Store. diyamhouseofsilver 9...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03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10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carousel_album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5743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4269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2085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1625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1053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173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5679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4096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2082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1613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1049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2.600 gms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CT  gold /  BIS 916 Hall mark Necklace 13.862 gms  Contact No. For more details 6361212022 , 9...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CT  gold /  BIS 916 Hall mark Ring  Contact No. For more details 6361212022 , 9113993129 psg.g...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 gms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CT  gold /  BIS 916 Hall mark Chain  10.500 gms  Contact No. For more details 6361212022 , 911...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wed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tue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4.13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1.25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156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300.75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403.34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40.50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DIYAM HOUSE OF SILVER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Psg Gold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46.92K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12.91K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81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1997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sun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788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59.1K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925silver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elegantjewellery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luxurystyle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necklacedesign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silverjewellery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bangalore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hyderabad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myosre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sumitjewels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longharam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pendant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ring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178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178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25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