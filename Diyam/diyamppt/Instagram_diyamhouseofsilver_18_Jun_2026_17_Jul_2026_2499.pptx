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9.xml"/>
  <Default Extension="jpeg" ContentType="image/jpe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68" r:id="rId3"/>
    <p:sldMasterId id="2147483769" r:id="rId4"/>
    <p:sldMasterId id="2147483770" r:id="rId5"/>
    <p:sldMasterId id="2147483771" r:id="rId6"/>
    <p:sldMasterId id="2147483772" r:id="rId7"/>
    <p:sldMasterId id="2147483773" r:id="rId8"/>
    <p:sldMasterId id="2147483774" r:id="rId9"/>
    <p:sldMasterId id="2147483775" r:id="rId10"/>
    <p:sldMasterId id="2147483776" r:id="rId11"/>
    <p:sldMasterId id="2147483777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</p:sldIdLst>
  <p:sldSz cy="13716000" cx="24384000"/>
  <p:notesSz cx="7559675" cy="10691800"/>
  <p:embeddedFontLst>
    <p:embeddedFont>
      <p:font typeface="Montserrat SemiBold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Helvetica Neue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7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4" Type="http://schemas.openxmlformats.org/officeDocument/2006/relationships/font" Target="fonts/MontserratSemiBold-regular.fntdata"/><Relationship Id="rId23" Type="http://schemas.openxmlformats.org/officeDocument/2006/relationships/slide" Target="slides/slide1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26" Type="http://schemas.openxmlformats.org/officeDocument/2006/relationships/font" Target="fonts/MontserratSemiBold-italic.fntdata"/><Relationship Id="rId25" Type="http://schemas.openxmlformats.org/officeDocument/2006/relationships/font" Target="fonts/MontserratSemiBold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MontserratSemiBold-boldItalic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font" Target="fonts/Montserrat-bold.fntdata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Master" Target="slideMasters/slideMaster9.xml"/><Relationship Id="rId33" Type="http://schemas.openxmlformats.org/officeDocument/2006/relationships/font" Target="fonts/HelveticaNeue-bold.fntdata"/><Relationship Id="rId10" Type="http://schemas.openxmlformats.org/officeDocument/2006/relationships/slideMaster" Target="slideMasters/slideMaster8.xml"/><Relationship Id="rId32" Type="http://schemas.openxmlformats.org/officeDocument/2006/relationships/font" Target="fonts/HelveticaNeue-regular.fntdata"/><Relationship Id="rId13" Type="http://schemas.openxmlformats.org/officeDocument/2006/relationships/notesMaster" Target="notesMasters/notesMaster1.xml"/><Relationship Id="rId35" Type="http://schemas.openxmlformats.org/officeDocument/2006/relationships/font" Target="fonts/HelveticaNeue-boldItalic.fntdata"/><Relationship Id="rId12" Type="http://schemas.openxmlformats.org/officeDocument/2006/relationships/slideMaster" Target="slideMasters/slideMaster10.xml"/><Relationship Id="rId34" Type="http://schemas.openxmlformats.org/officeDocument/2006/relationships/font" Target="fonts/HelveticaNeue-italic.fntdata"/><Relationship Id="rId15" Type="http://schemas.openxmlformats.org/officeDocument/2006/relationships/slide" Target="slides/slide2.xml"/><Relationship Id="rId14" Type="http://schemas.openxmlformats.org/officeDocument/2006/relationships/slide" Target="slides/slide1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9" Type="http://schemas.openxmlformats.org/officeDocument/2006/relationships/slide" Target="slides/slide6.xml"/><Relationship Id="rId18" Type="http://schemas.openxmlformats.org/officeDocument/2006/relationships/slide" Target="slides/slid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idx="1"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3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3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4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12189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2" type="body"/>
          </p:nvPr>
        </p:nvSpPr>
        <p:spPr>
          <a:xfrm>
            <a:off x="86385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3" type="body"/>
          </p:nvPr>
        </p:nvSpPr>
        <p:spPr>
          <a:xfrm>
            <a:off x="1605852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4" type="body"/>
          </p:nvPr>
        </p:nvSpPr>
        <p:spPr>
          <a:xfrm>
            <a:off x="12189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5" type="body"/>
          </p:nvPr>
        </p:nvSpPr>
        <p:spPr>
          <a:xfrm>
            <a:off x="86385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6" type="body"/>
          </p:nvPr>
        </p:nvSpPr>
        <p:spPr>
          <a:xfrm>
            <a:off x="1605852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idx="1"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3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3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"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2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4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" type="body"/>
          </p:nvPr>
        </p:nvSpPr>
        <p:spPr>
          <a:xfrm>
            <a:off x="12189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2" type="body"/>
          </p:nvPr>
        </p:nvSpPr>
        <p:spPr>
          <a:xfrm>
            <a:off x="86385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3" type="body"/>
          </p:nvPr>
        </p:nvSpPr>
        <p:spPr>
          <a:xfrm>
            <a:off x="1605852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4" type="body"/>
          </p:nvPr>
        </p:nvSpPr>
        <p:spPr>
          <a:xfrm>
            <a:off x="12189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5" type="body"/>
          </p:nvPr>
        </p:nvSpPr>
        <p:spPr>
          <a:xfrm>
            <a:off x="86385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6" type="body"/>
          </p:nvPr>
        </p:nvSpPr>
        <p:spPr>
          <a:xfrm>
            <a:off x="1605852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9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9"/>
          <p:cNvSpPr txBox="1"/>
          <p:nvPr>
            <p:ph idx="1"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0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0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1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1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1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2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3"/>
          <p:cNvSpPr txBox="1"/>
          <p:nvPr>
            <p:ph idx="1"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4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4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5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5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5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5"/>
          <p:cNvSpPr txBox="1"/>
          <p:nvPr>
            <p:ph idx="3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6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6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6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6"/>
          <p:cNvSpPr txBox="1"/>
          <p:nvPr>
            <p:ph idx="3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7"/>
          <p:cNvSpPr txBox="1"/>
          <p:nvPr>
            <p:ph idx="1"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7"/>
          <p:cNvSpPr txBox="1"/>
          <p:nvPr>
            <p:ph idx="2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8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8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8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8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8"/>
          <p:cNvSpPr txBox="1"/>
          <p:nvPr>
            <p:ph idx="4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9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9"/>
          <p:cNvSpPr txBox="1"/>
          <p:nvPr>
            <p:ph idx="1" type="body"/>
          </p:nvPr>
        </p:nvSpPr>
        <p:spPr>
          <a:xfrm>
            <a:off x="12189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9"/>
          <p:cNvSpPr txBox="1"/>
          <p:nvPr>
            <p:ph idx="2" type="body"/>
          </p:nvPr>
        </p:nvSpPr>
        <p:spPr>
          <a:xfrm>
            <a:off x="86385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9"/>
          <p:cNvSpPr txBox="1"/>
          <p:nvPr>
            <p:ph idx="3" type="body"/>
          </p:nvPr>
        </p:nvSpPr>
        <p:spPr>
          <a:xfrm>
            <a:off x="1605852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9"/>
          <p:cNvSpPr txBox="1"/>
          <p:nvPr>
            <p:ph idx="4" type="body"/>
          </p:nvPr>
        </p:nvSpPr>
        <p:spPr>
          <a:xfrm>
            <a:off x="12189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9"/>
          <p:cNvSpPr txBox="1"/>
          <p:nvPr>
            <p:ph idx="5" type="body"/>
          </p:nvPr>
        </p:nvSpPr>
        <p:spPr>
          <a:xfrm>
            <a:off x="86385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9"/>
          <p:cNvSpPr txBox="1"/>
          <p:nvPr>
            <p:ph idx="6" type="body"/>
          </p:nvPr>
        </p:nvSpPr>
        <p:spPr>
          <a:xfrm>
            <a:off x="1605852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2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42"/>
          <p:cNvSpPr txBox="1"/>
          <p:nvPr>
            <p:ph idx="1"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3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43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4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44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44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5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6"/>
          <p:cNvSpPr txBox="1"/>
          <p:nvPr>
            <p:ph idx="1"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7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47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7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47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8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48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48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48"/>
          <p:cNvSpPr txBox="1"/>
          <p:nvPr>
            <p:ph idx="3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9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9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49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9"/>
          <p:cNvSpPr txBox="1"/>
          <p:nvPr>
            <p:ph idx="3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0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50"/>
          <p:cNvSpPr txBox="1"/>
          <p:nvPr>
            <p:ph idx="1"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50"/>
          <p:cNvSpPr txBox="1"/>
          <p:nvPr>
            <p:ph idx="2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1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51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51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51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51"/>
          <p:cNvSpPr txBox="1"/>
          <p:nvPr>
            <p:ph idx="4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2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52"/>
          <p:cNvSpPr txBox="1"/>
          <p:nvPr>
            <p:ph idx="1" type="body"/>
          </p:nvPr>
        </p:nvSpPr>
        <p:spPr>
          <a:xfrm>
            <a:off x="12189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2"/>
          <p:cNvSpPr txBox="1"/>
          <p:nvPr>
            <p:ph idx="2" type="body"/>
          </p:nvPr>
        </p:nvSpPr>
        <p:spPr>
          <a:xfrm>
            <a:off x="86385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52"/>
          <p:cNvSpPr txBox="1"/>
          <p:nvPr>
            <p:ph idx="3" type="body"/>
          </p:nvPr>
        </p:nvSpPr>
        <p:spPr>
          <a:xfrm>
            <a:off x="1605852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2"/>
          <p:cNvSpPr txBox="1"/>
          <p:nvPr>
            <p:ph idx="4" type="body"/>
          </p:nvPr>
        </p:nvSpPr>
        <p:spPr>
          <a:xfrm>
            <a:off x="12189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52"/>
          <p:cNvSpPr txBox="1"/>
          <p:nvPr>
            <p:ph idx="5" type="body"/>
          </p:nvPr>
        </p:nvSpPr>
        <p:spPr>
          <a:xfrm>
            <a:off x="86385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52"/>
          <p:cNvSpPr txBox="1"/>
          <p:nvPr>
            <p:ph idx="6" type="body"/>
          </p:nvPr>
        </p:nvSpPr>
        <p:spPr>
          <a:xfrm>
            <a:off x="1605852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5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55"/>
          <p:cNvSpPr txBox="1"/>
          <p:nvPr>
            <p:ph idx="1"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6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56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7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57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57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8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9"/>
          <p:cNvSpPr txBox="1"/>
          <p:nvPr>
            <p:ph idx="1"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0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60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60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60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1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61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61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61"/>
          <p:cNvSpPr txBox="1"/>
          <p:nvPr>
            <p:ph idx="3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2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62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62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62"/>
          <p:cNvSpPr txBox="1"/>
          <p:nvPr>
            <p:ph idx="3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3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63"/>
          <p:cNvSpPr txBox="1"/>
          <p:nvPr>
            <p:ph idx="1"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63"/>
          <p:cNvSpPr txBox="1"/>
          <p:nvPr>
            <p:ph idx="2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4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64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64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64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64"/>
          <p:cNvSpPr txBox="1"/>
          <p:nvPr>
            <p:ph idx="4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5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65"/>
          <p:cNvSpPr txBox="1"/>
          <p:nvPr>
            <p:ph idx="1" type="body"/>
          </p:nvPr>
        </p:nvSpPr>
        <p:spPr>
          <a:xfrm>
            <a:off x="12189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65"/>
          <p:cNvSpPr txBox="1"/>
          <p:nvPr>
            <p:ph idx="2" type="body"/>
          </p:nvPr>
        </p:nvSpPr>
        <p:spPr>
          <a:xfrm>
            <a:off x="86385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65"/>
          <p:cNvSpPr txBox="1"/>
          <p:nvPr>
            <p:ph idx="3" type="body"/>
          </p:nvPr>
        </p:nvSpPr>
        <p:spPr>
          <a:xfrm>
            <a:off x="1605852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65"/>
          <p:cNvSpPr txBox="1"/>
          <p:nvPr>
            <p:ph idx="4" type="body"/>
          </p:nvPr>
        </p:nvSpPr>
        <p:spPr>
          <a:xfrm>
            <a:off x="12189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65"/>
          <p:cNvSpPr txBox="1"/>
          <p:nvPr>
            <p:ph idx="5" type="body"/>
          </p:nvPr>
        </p:nvSpPr>
        <p:spPr>
          <a:xfrm>
            <a:off x="86385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65"/>
          <p:cNvSpPr txBox="1"/>
          <p:nvPr>
            <p:ph idx="6" type="body"/>
          </p:nvPr>
        </p:nvSpPr>
        <p:spPr>
          <a:xfrm>
            <a:off x="1605852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8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68"/>
          <p:cNvSpPr txBox="1"/>
          <p:nvPr>
            <p:ph idx="1"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9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69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0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70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70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1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2"/>
          <p:cNvSpPr txBox="1"/>
          <p:nvPr>
            <p:ph idx="1"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3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73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73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73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4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74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74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74"/>
          <p:cNvSpPr txBox="1"/>
          <p:nvPr>
            <p:ph idx="3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5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75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75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75"/>
          <p:cNvSpPr txBox="1"/>
          <p:nvPr>
            <p:ph idx="3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6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76"/>
          <p:cNvSpPr txBox="1"/>
          <p:nvPr>
            <p:ph idx="1"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76"/>
          <p:cNvSpPr txBox="1"/>
          <p:nvPr>
            <p:ph idx="2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77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77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77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77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77"/>
          <p:cNvSpPr txBox="1"/>
          <p:nvPr>
            <p:ph idx="4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8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78"/>
          <p:cNvSpPr txBox="1"/>
          <p:nvPr>
            <p:ph idx="1" type="body"/>
          </p:nvPr>
        </p:nvSpPr>
        <p:spPr>
          <a:xfrm>
            <a:off x="12189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78"/>
          <p:cNvSpPr txBox="1"/>
          <p:nvPr>
            <p:ph idx="2" type="body"/>
          </p:nvPr>
        </p:nvSpPr>
        <p:spPr>
          <a:xfrm>
            <a:off x="86385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78"/>
          <p:cNvSpPr txBox="1"/>
          <p:nvPr>
            <p:ph idx="3" type="body"/>
          </p:nvPr>
        </p:nvSpPr>
        <p:spPr>
          <a:xfrm>
            <a:off x="1605852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78"/>
          <p:cNvSpPr txBox="1"/>
          <p:nvPr>
            <p:ph idx="4" type="body"/>
          </p:nvPr>
        </p:nvSpPr>
        <p:spPr>
          <a:xfrm>
            <a:off x="12189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78"/>
          <p:cNvSpPr txBox="1"/>
          <p:nvPr>
            <p:ph idx="5" type="body"/>
          </p:nvPr>
        </p:nvSpPr>
        <p:spPr>
          <a:xfrm>
            <a:off x="86385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78"/>
          <p:cNvSpPr txBox="1"/>
          <p:nvPr>
            <p:ph idx="6" type="body"/>
          </p:nvPr>
        </p:nvSpPr>
        <p:spPr>
          <a:xfrm>
            <a:off x="1605852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1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81"/>
          <p:cNvSpPr txBox="1"/>
          <p:nvPr>
            <p:ph idx="1"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2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82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3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83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83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84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5"/>
          <p:cNvSpPr txBox="1"/>
          <p:nvPr>
            <p:ph idx="1"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6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86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86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86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7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87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87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87"/>
          <p:cNvSpPr txBox="1"/>
          <p:nvPr>
            <p:ph idx="3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88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88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88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88"/>
          <p:cNvSpPr txBox="1"/>
          <p:nvPr>
            <p:ph idx="3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9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89"/>
          <p:cNvSpPr txBox="1"/>
          <p:nvPr>
            <p:ph idx="1"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89"/>
          <p:cNvSpPr txBox="1"/>
          <p:nvPr>
            <p:ph idx="2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90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90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90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90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90"/>
          <p:cNvSpPr txBox="1"/>
          <p:nvPr>
            <p:ph idx="4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1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91"/>
          <p:cNvSpPr txBox="1"/>
          <p:nvPr>
            <p:ph idx="1" type="body"/>
          </p:nvPr>
        </p:nvSpPr>
        <p:spPr>
          <a:xfrm>
            <a:off x="12189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91"/>
          <p:cNvSpPr txBox="1"/>
          <p:nvPr>
            <p:ph idx="2" type="body"/>
          </p:nvPr>
        </p:nvSpPr>
        <p:spPr>
          <a:xfrm>
            <a:off x="86385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91"/>
          <p:cNvSpPr txBox="1"/>
          <p:nvPr>
            <p:ph idx="3" type="body"/>
          </p:nvPr>
        </p:nvSpPr>
        <p:spPr>
          <a:xfrm>
            <a:off x="1605852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91"/>
          <p:cNvSpPr txBox="1"/>
          <p:nvPr>
            <p:ph idx="4" type="body"/>
          </p:nvPr>
        </p:nvSpPr>
        <p:spPr>
          <a:xfrm>
            <a:off x="12189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91"/>
          <p:cNvSpPr txBox="1"/>
          <p:nvPr>
            <p:ph idx="5" type="body"/>
          </p:nvPr>
        </p:nvSpPr>
        <p:spPr>
          <a:xfrm>
            <a:off x="86385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91"/>
          <p:cNvSpPr txBox="1"/>
          <p:nvPr>
            <p:ph idx="6" type="body"/>
          </p:nvPr>
        </p:nvSpPr>
        <p:spPr>
          <a:xfrm>
            <a:off x="1605852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94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94"/>
          <p:cNvSpPr txBox="1"/>
          <p:nvPr>
            <p:ph idx="1"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95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95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96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96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96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97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98"/>
          <p:cNvSpPr txBox="1"/>
          <p:nvPr>
            <p:ph idx="1"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9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99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99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99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0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100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100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100"/>
          <p:cNvSpPr txBox="1"/>
          <p:nvPr>
            <p:ph idx="3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01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101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101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101"/>
          <p:cNvSpPr txBox="1"/>
          <p:nvPr>
            <p:ph idx="3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02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102"/>
          <p:cNvSpPr txBox="1"/>
          <p:nvPr>
            <p:ph idx="1"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8" name="Google Shape;398;p102"/>
          <p:cNvSpPr txBox="1"/>
          <p:nvPr>
            <p:ph idx="2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03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103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103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103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103"/>
          <p:cNvSpPr txBox="1"/>
          <p:nvPr>
            <p:ph idx="4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04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104"/>
          <p:cNvSpPr txBox="1"/>
          <p:nvPr>
            <p:ph idx="1" type="body"/>
          </p:nvPr>
        </p:nvSpPr>
        <p:spPr>
          <a:xfrm>
            <a:off x="12189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104"/>
          <p:cNvSpPr txBox="1"/>
          <p:nvPr>
            <p:ph idx="2" type="body"/>
          </p:nvPr>
        </p:nvSpPr>
        <p:spPr>
          <a:xfrm>
            <a:off x="86385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104"/>
          <p:cNvSpPr txBox="1"/>
          <p:nvPr>
            <p:ph idx="3" type="body"/>
          </p:nvPr>
        </p:nvSpPr>
        <p:spPr>
          <a:xfrm>
            <a:off x="1605852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104"/>
          <p:cNvSpPr txBox="1"/>
          <p:nvPr>
            <p:ph idx="4" type="body"/>
          </p:nvPr>
        </p:nvSpPr>
        <p:spPr>
          <a:xfrm>
            <a:off x="12189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104"/>
          <p:cNvSpPr txBox="1"/>
          <p:nvPr>
            <p:ph idx="5" type="body"/>
          </p:nvPr>
        </p:nvSpPr>
        <p:spPr>
          <a:xfrm>
            <a:off x="86385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104"/>
          <p:cNvSpPr txBox="1"/>
          <p:nvPr>
            <p:ph idx="6" type="body"/>
          </p:nvPr>
        </p:nvSpPr>
        <p:spPr>
          <a:xfrm>
            <a:off x="1605852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07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107"/>
          <p:cNvSpPr txBox="1"/>
          <p:nvPr>
            <p:ph idx="1"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08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2" name="Google Shape;422;p108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09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109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109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0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11"/>
          <p:cNvSpPr txBox="1"/>
          <p:nvPr>
            <p:ph idx="1"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12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112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112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112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13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113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113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113"/>
          <p:cNvSpPr txBox="1"/>
          <p:nvPr>
            <p:ph idx="3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14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114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114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114"/>
          <p:cNvSpPr txBox="1"/>
          <p:nvPr>
            <p:ph idx="3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15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115"/>
          <p:cNvSpPr txBox="1"/>
          <p:nvPr>
            <p:ph idx="1"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115"/>
          <p:cNvSpPr txBox="1"/>
          <p:nvPr>
            <p:ph idx="2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16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2" name="Google Shape;452;p116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116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4" name="Google Shape;454;p116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5" name="Google Shape;455;p116"/>
          <p:cNvSpPr txBox="1"/>
          <p:nvPr>
            <p:ph idx="4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17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117"/>
          <p:cNvSpPr txBox="1"/>
          <p:nvPr>
            <p:ph idx="1" type="body"/>
          </p:nvPr>
        </p:nvSpPr>
        <p:spPr>
          <a:xfrm>
            <a:off x="12189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9" name="Google Shape;459;p117"/>
          <p:cNvSpPr txBox="1"/>
          <p:nvPr>
            <p:ph idx="2" type="body"/>
          </p:nvPr>
        </p:nvSpPr>
        <p:spPr>
          <a:xfrm>
            <a:off x="86385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117"/>
          <p:cNvSpPr txBox="1"/>
          <p:nvPr>
            <p:ph idx="3" type="body"/>
          </p:nvPr>
        </p:nvSpPr>
        <p:spPr>
          <a:xfrm>
            <a:off x="1605852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117"/>
          <p:cNvSpPr txBox="1"/>
          <p:nvPr>
            <p:ph idx="4" type="body"/>
          </p:nvPr>
        </p:nvSpPr>
        <p:spPr>
          <a:xfrm>
            <a:off x="12189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117"/>
          <p:cNvSpPr txBox="1"/>
          <p:nvPr>
            <p:ph idx="5" type="body"/>
          </p:nvPr>
        </p:nvSpPr>
        <p:spPr>
          <a:xfrm>
            <a:off x="86385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117"/>
          <p:cNvSpPr txBox="1"/>
          <p:nvPr>
            <p:ph idx="6" type="body"/>
          </p:nvPr>
        </p:nvSpPr>
        <p:spPr>
          <a:xfrm>
            <a:off x="1605852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20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120"/>
          <p:cNvSpPr txBox="1"/>
          <p:nvPr>
            <p:ph idx="1"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21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121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22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122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122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23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24"/>
          <p:cNvSpPr txBox="1"/>
          <p:nvPr>
            <p:ph idx="1"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25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4" name="Google Shape;484;p125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5" name="Google Shape;485;p125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6" name="Google Shape;486;p125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26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126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126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1" name="Google Shape;491;p126"/>
          <p:cNvSpPr txBox="1"/>
          <p:nvPr>
            <p:ph idx="3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27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127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5" name="Google Shape;495;p127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6" name="Google Shape;496;p127"/>
          <p:cNvSpPr txBox="1"/>
          <p:nvPr>
            <p:ph idx="3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28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128"/>
          <p:cNvSpPr txBox="1"/>
          <p:nvPr>
            <p:ph idx="1"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128"/>
          <p:cNvSpPr txBox="1"/>
          <p:nvPr>
            <p:ph idx="2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29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3" name="Google Shape;503;p129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4" name="Google Shape;504;p129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129"/>
          <p:cNvSpPr txBox="1"/>
          <p:nvPr>
            <p:ph idx="3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129"/>
          <p:cNvSpPr txBox="1"/>
          <p:nvPr>
            <p:ph idx="4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30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9" name="Google Shape;509;p130"/>
          <p:cNvSpPr txBox="1"/>
          <p:nvPr>
            <p:ph idx="1" type="body"/>
          </p:nvPr>
        </p:nvSpPr>
        <p:spPr>
          <a:xfrm>
            <a:off x="12189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0" name="Google Shape;510;p130"/>
          <p:cNvSpPr txBox="1"/>
          <p:nvPr>
            <p:ph idx="2" type="body"/>
          </p:nvPr>
        </p:nvSpPr>
        <p:spPr>
          <a:xfrm>
            <a:off x="863856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1" name="Google Shape;511;p130"/>
          <p:cNvSpPr txBox="1"/>
          <p:nvPr>
            <p:ph idx="3" type="body"/>
          </p:nvPr>
        </p:nvSpPr>
        <p:spPr>
          <a:xfrm>
            <a:off x="16058520" y="320940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2" name="Google Shape;512;p130"/>
          <p:cNvSpPr txBox="1"/>
          <p:nvPr>
            <p:ph idx="4" type="body"/>
          </p:nvPr>
        </p:nvSpPr>
        <p:spPr>
          <a:xfrm>
            <a:off x="12189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130"/>
          <p:cNvSpPr txBox="1"/>
          <p:nvPr>
            <p:ph idx="5" type="body"/>
          </p:nvPr>
        </p:nvSpPr>
        <p:spPr>
          <a:xfrm>
            <a:off x="863856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4" name="Google Shape;514;p130"/>
          <p:cNvSpPr txBox="1"/>
          <p:nvPr>
            <p:ph idx="6" type="body"/>
          </p:nvPr>
        </p:nvSpPr>
        <p:spPr>
          <a:xfrm>
            <a:off x="16058520" y="7364520"/>
            <a:ext cx="70660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
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7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
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
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9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_rels/slideMaster5.xml.rels><?xml version="1.0" encoding="UTF-8" standalone="yes"?>
<Relationships xmlns="http://schemas.openxmlformats.org/package/2006/relationships"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3" Type="http://schemas.openxmlformats.org/officeDocument/2006/relationships/theme" Target="../theme/theme11.xml"/><Relationship Id="rId1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/Relationships>
</file>

<file path=ppt/slideMasters/_rels/slideMaster6.xml.rels><?xml version="1.0" encoding="UTF-8" standalone="yes"?>
<Relationships xmlns="http://schemas.openxmlformats.org/package/2006/relationships"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3" Type="http://schemas.openxmlformats.org/officeDocument/2006/relationships/theme" Target="../theme/theme8.xml"/><Relationship Id="rId1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/Relationships>
</file>

<file path=ppt/slideMasters/_rels/slideMaster7.xml.rels><?xml version="1.0" encoding="UTF-8" standalone="yes"?>
<Relationships xmlns="http://schemas.openxmlformats.org/package/2006/relationships"><Relationship Id="rId11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2.xml"/><Relationship Id="rId13" Type="http://schemas.openxmlformats.org/officeDocument/2006/relationships/theme" Target="../theme/theme10.xml"/><Relationship Id="rId1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73.xml"/><Relationship Id="rId2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9.xml"/><Relationship Id="rId8" Type="http://schemas.openxmlformats.org/officeDocument/2006/relationships/slideLayout" Target="../slideLayouts/slideLayout80.xml"/></Relationships>
</file>

<file path=ppt/slideMasters/_rels/slideMaster8.xml.rels><?xml version="1.0" encoding="UTF-8" standalone="yes"?>
<Relationships xmlns="http://schemas.openxmlformats.org/package/2006/relationships"><Relationship Id="rId11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/Relationships>
</file>

<file path=ppt/slideMasters/_rels/slideMaster9.xml.rels><?xml version="1.0" encoding="UTF-8" standalone="yes"?>
<Relationships xmlns="http://schemas.openxmlformats.org/package/2006/relationships"><Relationship Id="rId11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06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97.xml"/><Relationship Id="rId2" Type="http://schemas.openxmlformats.org/officeDocument/2006/relationships/slideLayout" Target="../slideLayouts/slideLayout98.xml"/><Relationship Id="rId3" Type="http://schemas.openxmlformats.org/officeDocument/2006/relationships/slideLayout" Target="../slideLayouts/slideLayout99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104.xml"/></Relationships>
</file>

<file path=ppt/slideMasters/_rels/slideMaster10.xml.rels><?xml version="1.0" encoding="UTF-8" standalone="yes"?>
<Relationships xmlns="http://schemas.openxmlformats.org/package/2006/relationships"><Relationship Id="rId11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18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5.xml"/><Relationship Id="rId8" Type="http://schemas.openxmlformats.org/officeDocument/2006/relationships/slideLayout" Target="../slideLayouts/slideLayout1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9" name="Google Shape;109;p27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0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0" name="Google Shape;160;p40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3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1" name="Google Shape;211;p53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6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2" name="Google Shape;262;p66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79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3" name="Google Shape;313;p79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92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4" name="Google Shape;364;p92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05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5" name="Google Shape;415;p105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18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6" name="Google Shape;466;p118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4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50001" Type="http://schemas.openxmlformats.org/officeDocument/2006/relationships/image" Target="../media/imageJsReport50001.png"/><Relationship Id="rId50002" Type="http://schemas.openxmlformats.org/officeDocument/2006/relationships/image" Target="../media/imageJsReport50002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50003" Type="http://schemas.openxmlformats.org/officeDocument/2006/relationships/image" Target="../media/imageJsReport50003.png"/><Relationship Id="rId50004" Type="http://schemas.openxmlformats.org/officeDocument/2006/relationships/image" Target="../media/imageJsReport50004.png"/><Relationship Id="rId50005" Type="http://schemas.openxmlformats.org/officeDocument/2006/relationships/image" Target="../media/imageJsReport50005.png"/><Relationship Id="rId50006" Type="http://schemas.openxmlformats.org/officeDocument/2006/relationships/image" Target="../media/imageJsReport50006.png"/><Relationship Id="rId50007" Type="http://schemas.openxmlformats.org/officeDocument/2006/relationships/image" Target="../media/imageJsReport50007.jpeg"/><Relationship Id="rId50008" Type="http://schemas.openxmlformats.org/officeDocument/2006/relationships/image" Target="../media/imageJsReport50008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50009" Type="http://schemas.openxmlformats.org/officeDocument/2006/relationships/image" Target="../media/imageJsReport50009.jpeg"/><Relationship Id="rId50010" Type="http://schemas.openxmlformats.org/officeDocument/2006/relationships/image" Target="../media/imageJsReport50010.jpeg"/><Relationship Id="rId50011" Type="http://schemas.openxmlformats.org/officeDocument/2006/relationships/image" Target="../media/imageJsReport50011.jpeg"/><Relationship Id="rId50012" Type="http://schemas.openxmlformats.org/officeDocument/2006/relationships/image" Target="../media/imageJsReport50012.jpeg"/><Relationship Id="rId50013" Type="http://schemas.openxmlformats.org/officeDocument/2006/relationships/image" Target="../media/imageJsReport50013.jpeg"/><Relationship Id="rId50014" Type="http://schemas.openxmlformats.org/officeDocument/2006/relationships/image" Target="../media/imageJsReport50014.jpeg"/><Relationship Id="rId50015" Type="http://schemas.openxmlformats.org/officeDocument/2006/relationships/image" Target="../media/imageJsReport50015.png"/><Relationship Id="rId50016" Type="http://schemas.openxmlformats.org/officeDocument/2006/relationships/image" Target="../media/imageJsReport50016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50017" Type="http://schemas.openxmlformats.org/officeDocument/2006/relationships/image" Target="../media/imageJsReport50017.png"/><Relationship Id="rId50018" Type="http://schemas.openxmlformats.org/officeDocument/2006/relationships/image" Target="../media/imageJsReport50018.png"/><Relationship Id="rId50019" Type="http://schemas.openxmlformats.org/officeDocument/2006/relationships/image" Target="../media/imageJsReport50019.jpeg"/><Relationship Id="rId50020" Type="http://schemas.openxmlformats.org/officeDocument/2006/relationships/image" Target="../media/imageJsReport50020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9.png"/><Relationship Id="rId4" Type="http://schemas.openxmlformats.org/officeDocument/2006/relationships/image" Target="../media/image23.png"/><Relationship Id="rId5" Type="http://schemas.openxmlformats.org/officeDocument/2006/relationships/image" Target="../media/image4.png"/><Relationship Id="rId50021" Type="http://schemas.openxmlformats.org/officeDocument/2006/relationships/image" Target="../media/imageJsReport50021.png"/><Relationship Id="rId50022" Type="http://schemas.openxmlformats.org/officeDocument/2006/relationships/image" Target="../media/imageJsReport50022.jpeg"/><Relationship Id="rId50023" Type="http://schemas.openxmlformats.org/officeDocument/2006/relationships/image" Target="../media/imageJsReport50023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50024" Type="http://schemas.openxmlformats.org/officeDocument/2006/relationships/image" Target="../media/imageJsReport50024.png"/><Relationship Id="rId50025" Type="http://schemas.openxmlformats.org/officeDocument/2006/relationships/image" Target="../media/imageJsReport50025.png"/><Relationship Id="rId50026" Type="http://schemas.openxmlformats.org/officeDocument/2006/relationships/image" Target="../media/imageJsReport50026.jpeg"/><Relationship Id="rId50027" Type="http://schemas.openxmlformats.org/officeDocument/2006/relationships/image" Target="../media/imageJsReport50027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50028" Type="http://schemas.openxmlformats.org/officeDocument/2006/relationships/image" Target="../media/imageJsReport50028.png"/><Relationship Id="rId50029" Type="http://schemas.openxmlformats.org/officeDocument/2006/relationships/image" Target="../media/imageJsReport50029.png"/><Relationship Id="rId50030" Type="http://schemas.openxmlformats.org/officeDocument/2006/relationships/image" Target="../media/imageJsReport50030.jpeg"/><Relationship Id="rId50031" Type="http://schemas.openxmlformats.org/officeDocument/2006/relationships/image" Target="../media/imageJsReport50031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9.png"/><Relationship Id="rId4" Type="http://schemas.openxmlformats.org/officeDocument/2006/relationships/image" Target="../media/image23.png"/><Relationship Id="rId5" Type="http://schemas.openxmlformats.org/officeDocument/2006/relationships/image" Target="../media/image4.png"/><Relationship Id="rId50032" Type="http://schemas.openxmlformats.org/officeDocument/2006/relationships/image" Target="../media/imageJsReport50032.png"/><Relationship Id="rId50033" Type="http://schemas.openxmlformats.org/officeDocument/2006/relationships/image" Target="../media/imageJsReport50033.png"/><Relationship Id="rId50034" Type="http://schemas.openxmlformats.org/officeDocument/2006/relationships/image" Target="../media/imageJsReport50034.png"/><Relationship Id="rId50035" Type="http://schemas.openxmlformats.org/officeDocument/2006/relationships/image" Target="../media/imageJsReport50035.png"/><Relationship Id="rId50036" Type="http://schemas.openxmlformats.org/officeDocument/2006/relationships/image" Target="../media/imageJsReport50036.jpeg"/><Relationship Id="rId50037" Type="http://schemas.openxmlformats.org/officeDocument/2006/relationships/image" Target="../media/imageJsReport50037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50038" Type="http://schemas.openxmlformats.org/officeDocument/2006/relationships/image" Target="../media/imageJsReport50038.png"/><Relationship Id="rId50039" Type="http://schemas.openxmlformats.org/officeDocument/2006/relationships/image" Target="../media/imageJsReport50039.png"/><Relationship Id="rId50040" Type="http://schemas.openxmlformats.org/officeDocument/2006/relationships/image" Target="../media/imageJsReport50040.jpeg"/><Relationship Id="rId50041" Type="http://schemas.openxmlformats.org/officeDocument/2006/relationships/image" Target="../media/imageJsReport50041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50042" Type="http://schemas.openxmlformats.org/officeDocument/2006/relationships/image" Target="../media/imageJsReport50042.png"/><Relationship Id="rId50043" Type="http://schemas.openxmlformats.org/officeDocument/2006/relationships/image" Target="../media/imageJsReport50043.png"/><Relationship Id="rId50044" Type="http://schemas.openxmlformats.org/officeDocument/2006/relationships/image" Target="../media/imageJsReport50044.png"/><Relationship Id="rId50045" Type="http://schemas.openxmlformats.org/officeDocument/2006/relationships/image" Target="../media/imageJsReport50045.jpeg"/><Relationship Id="rId50046" Type="http://schemas.openxmlformats.org/officeDocument/2006/relationships/image" Target="../media/imageJsReport500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ue bun.png" id="519" name="Google Shape;519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7480" y="-762840"/>
            <a:ext cx="24555600" cy="15845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oppp.png" id="520" name="Google Shape;520;p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84720" y="7836840"/>
            <a:ext cx="9146160" cy="589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131"/>
          <p:cNvSpPr/>
          <p:nvPr/>
        </p:nvSpPr>
        <p:spPr>
          <a:xfrm>
            <a:off x="1792080" y="4206240"/>
            <a:ext cx="16950600" cy="17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Montserrat SemiBold"/>
              <a:buNone/>
            </a:pPr>
            <a:r>
              <a:rPr b="0" i="0" lang="en-US" sz="10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Instagram Social Report</a:t>
            </a:r>
            <a:endParaRPr b="0" i="0" sz="10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31"/>
          <p:cNvSpPr/>
          <p:nvPr/>
        </p:nvSpPr>
        <p:spPr>
          <a:xfrm>
            <a:off x="2139840" y="6455520"/>
            <a:ext cx="11207880" cy="76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Montserrat SemiBold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18 Jun 2026 - 17 Jul 2026</a:t>
            </a:r>
            <a:endParaRPr b="0" i="0" sz="3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31"/>
          <p:cNvSpPr/>
          <p:nvPr/>
        </p:nvSpPr>
        <p:spPr>
          <a:xfrm>
            <a:off x="2971800" y="7845480"/>
            <a:ext cx="11016000" cy="422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Montserrat SemiBold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DIYAM HOUSE OF SILVER</a:t>
            </a:r>
            <a:endParaRPr b="0" i="0" sz="8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4" name="Google Shape;524;p131"/>
          <p:cNvGrpSpPr/>
          <p:nvPr/>
        </p:nvGrpSpPr>
        <p:grpSpPr>
          <a:xfrm>
            <a:off x="850320" y="7271280"/>
            <a:ext cx="2352675" cy="2352675"/>
            <a:chOff x="850320" y="7271280"/>
            <a:chExt cx="2349360" cy="2349360"/>
          </a:xfrm>
        </p:grpSpPr>
        <p:pic>
          <p:nvPicPr>
            <p:cNvPr descr="Object 9_3" id="525" name="Google Shape;525;p131"/>
            <p:cNvPicPr preferRelativeResize="0"/>
            <p:nvPr/>
          </p:nvPicPr>
          <p:blipFill rotWithShape="1">
            <a:blip r:embed="rId50001">
              <a:alphaModFix/>
            </a:blip>
            <a:srcRect b="0" l="0" r="0" t="0"/>
            <a:stretch/>
          </p:blipFill>
          <p:spPr>
            <a:xfrm>
              <a:off x="850320" y="7271280"/>
              <a:ext cx="2349360" cy="23493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7" name="Google Shape;527;p131"/>
          <p:cNvGrpSpPr/>
          <p:nvPr/>
        </p:nvGrpSpPr>
        <p:grpSpPr>
          <a:xfrm>
            <a:off x="21959640" y="0"/>
            <a:ext cx="18288000" cy="12192000"/>
            <a:chOff x="21959640" y="0"/>
            <a:chExt cx="1371240" cy="1710360"/>
          </a:xfrm>
        </p:grpSpPr>
        <p:pic>
          <p:nvPicPr>
            <p:cNvPr descr="Object 9_3" id="528" name="Google Shape;528;p131"/>
            <p:cNvPicPr preferRelativeResize="0"/>
            <p:nvPr/>
          </p:nvPicPr>
          <p:blipFill rotWithShape="1">
            <a:blip r:embed="rId50002">
              <a:alphaModFix/>
            </a:blip>
            <a:srcRect b="0" l="0" r="0" t="0"/>
            <a:stretch/>
          </p:blipFill>
          <p:spPr>
            <a:xfrm>
              <a:off x="21959640" y="0"/>
              <a:ext cx="1371240" cy="137124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32"/>
          <p:cNvSpPr/>
          <p:nvPr/>
        </p:nvSpPr>
        <p:spPr>
          <a:xfrm>
            <a:off x="4786200" y="3730320"/>
            <a:ext cx="3711240" cy="1788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 SemiBold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39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 SemiBold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Total Organic Posts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E"/>
              </a:buClr>
              <a:buSzPts val="2400"/>
              <a:buFont typeface="Montserrat SemiBold"/>
              <a:buNone/>
            </a:pPr>
            <a:r>
              <a:rPr b="0" i="0" lang="en-US" sz="2400" u="none" cap="none" strike="noStrike">
                <a:solidFill>
                  <a:srgbClr val="00AB8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/>
            </a:r>
            <a:r>
              <a:rPr b="0" i="0" lang="en-US" sz="2400" u="none" cap="none" strike="noStrike">
                <a:solidFill>
                  <a:srgbClr val="EE230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18.75% lower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32"/>
          <p:cNvSpPr/>
          <p:nvPr/>
        </p:nvSpPr>
        <p:spPr>
          <a:xfrm>
            <a:off x="17193240" y="3669120"/>
            <a:ext cx="3711240" cy="180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 SemiBold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138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 SemiBold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Total Organic Engagement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E"/>
              </a:buClr>
              <a:buSzPts val="2400"/>
              <a:buFont typeface="Montserrat SemiBold"/>
              <a:buNone/>
            </a:pPr>
            <a:r>
              <a:rPr b="0" i="0" lang="en-US" sz="2400" u="none" cap="none" strike="noStrike">
                <a:solidFill>
                  <a:srgbClr val="00AB8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/>
            </a:r>
            <a:r>
              <a:rPr b="0" i="0" lang="en-US" sz="2400" u="none" cap="none" strike="noStrike">
                <a:solidFill>
                  <a:srgbClr val="EE230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26.60% lower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32"/>
          <p:cNvSpPr/>
          <p:nvPr/>
        </p:nvSpPr>
        <p:spPr>
          <a:xfrm>
            <a:off x="4903560" y="8316000"/>
            <a:ext cx="3711240" cy="182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 SemiBold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5383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 SemiBold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Estimated Impressions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E"/>
              </a:buClr>
              <a:buSzPts val="2400"/>
              <a:buFont typeface="Montserrat SemiBold"/>
              <a:buNone/>
            </a:pPr>
            <a:r>
              <a:rPr b="0" i="0" lang="en-US" sz="2400" u="none" cap="none" strike="noStrike">
                <a:solidFill>
                  <a:srgbClr val="00AB8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57.21% higher</a:t>
            </a:r>
            <a:r>
              <a:rPr b="0" i="0" lang="en-US" sz="2400" u="none" cap="none" strike="noStrike">
                <a:solidFill>
                  <a:srgbClr val="EE230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32"/>
          <p:cNvSpPr/>
          <p:nvPr/>
        </p:nvSpPr>
        <p:spPr>
          <a:xfrm>
            <a:off x="17460720" y="8386920"/>
            <a:ext cx="3711240" cy="177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 SemiBold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3383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 SemiBold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Estimated Reach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E"/>
              </a:buClr>
              <a:buSzPts val="2400"/>
              <a:buFont typeface="Montserrat SemiBold"/>
              <a:buNone/>
            </a:pPr>
            <a:r>
              <a:rPr b="0" i="0" lang="en-US" sz="2400" u="none" cap="none" strike="noStrike">
                <a:solidFill>
                  <a:srgbClr val="00AB8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40.37% higher</a:t>
            </a:r>
            <a:r>
              <a:rPr b="0" i="0" lang="en-US" sz="2400" u="none" cap="none" strike="noStrike">
                <a:solidFill>
                  <a:srgbClr val="EE230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32"/>
          <p:cNvSpPr/>
          <p:nvPr/>
        </p:nvSpPr>
        <p:spPr>
          <a:xfrm>
            <a:off x="1290240" y="12761280"/>
            <a:ext cx="1517616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These metrics are compared to the previous period of 18 May 2026 - 17 Jun 2026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9" name="Google Shape;539;p132"/>
          <p:cNvGrpSpPr/>
          <p:nvPr/>
        </p:nvGrpSpPr>
        <p:grpSpPr>
          <a:xfrm>
            <a:off x="2782080" y="3669120"/>
            <a:ext cx="1743075" cy="1743075"/>
            <a:chOff x="2782080" y="3669120"/>
            <a:chExt cx="2121120" cy="2121120"/>
          </a:xfrm>
        </p:grpSpPr>
        <p:pic>
          <p:nvPicPr>
            <p:cNvPr descr="Object 9_3" id="540" name="Google Shape;540;p132"/>
            <p:cNvPicPr preferRelativeResize="0"/>
            <p:nvPr/>
          </p:nvPicPr>
          <p:blipFill rotWithShape="1">
            <a:blip r:embed="rId50003">
              <a:alphaModFix/>
            </a:blip>
            <a:srcRect b="0" l="0" r="0" t="0"/>
            <a:stretch/>
          </p:blipFill>
          <p:spPr>
            <a:xfrm>
              <a:off x="2782080" y="3669120"/>
              <a:ext cx="2121120" cy="21211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2" name="Google Shape;542;p132"/>
          <p:cNvGrpSpPr/>
          <p:nvPr/>
        </p:nvGrpSpPr>
        <p:grpSpPr>
          <a:xfrm>
            <a:off x="15339240" y="8375040"/>
            <a:ext cx="1743075" cy="1743075"/>
            <a:chOff x="15339240" y="8375040"/>
            <a:chExt cx="2121120" cy="2121120"/>
          </a:xfrm>
        </p:grpSpPr>
        <p:pic>
          <p:nvPicPr>
            <p:cNvPr descr="Object 9_3" id="543" name="Google Shape;543;p132"/>
            <p:cNvPicPr preferRelativeResize="0"/>
            <p:nvPr/>
          </p:nvPicPr>
          <p:blipFill rotWithShape="1">
            <a:blip r:embed="rId50004">
              <a:alphaModFix/>
            </a:blip>
            <a:srcRect b="0" l="0" r="0" t="0"/>
            <a:stretch/>
          </p:blipFill>
          <p:spPr>
            <a:xfrm>
              <a:off x="15339240" y="8375040"/>
              <a:ext cx="2121120" cy="21211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5" name="Google Shape;545;p132"/>
          <p:cNvGrpSpPr/>
          <p:nvPr/>
        </p:nvGrpSpPr>
        <p:grpSpPr>
          <a:xfrm>
            <a:off x="15189120" y="3633840"/>
            <a:ext cx="1743075" cy="1743075"/>
            <a:chOff x="15189120" y="3633840"/>
            <a:chExt cx="2121120" cy="2121120"/>
          </a:xfrm>
        </p:grpSpPr>
        <p:pic>
          <p:nvPicPr>
            <p:cNvPr descr="Object 9_3" id="546" name="Google Shape;546;p132"/>
            <p:cNvPicPr preferRelativeResize="0"/>
            <p:nvPr/>
          </p:nvPicPr>
          <p:blipFill rotWithShape="1">
            <a:blip r:embed="rId50005">
              <a:alphaModFix/>
            </a:blip>
            <a:srcRect b="0" l="0" r="0" t="0"/>
            <a:stretch/>
          </p:blipFill>
          <p:spPr>
            <a:xfrm>
              <a:off x="15189120" y="3633840"/>
              <a:ext cx="2121120" cy="21211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8" name="Google Shape;548;p132"/>
          <p:cNvGrpSpPr/>
          <p:nvPr/>
        </p:nvGrpSpPr>
        <p:grpSpPr>
          <a:xfrm>
            <a:off x="2782080" y="8304120"/>
            <a:ext cx="1743075" cy="1743075"/>
            <a:chOff x="2782080" y="8304120"/>
            <a:chExt cx="2121120" cy="2121120"/>
          </a:xfrm>
        </p:grpSpPr>
        <p:pic>
          <p:nvPicPr>
            <p:cNvPr descr="Object 9_3" id="549" name="Google Shape;549;p132"/>
            <p:cNvPicPr preferRelativeResize="0"/>
            <p:nvPr/>
          </p:nvPicPr>
          <p:blipFill rotWithShape="1">
            <a:blip r:embed="rId50006">
              <a:alphaModFix/>
            </a:blip>
            <a:srcRect b="0" l="0" r="0" t="0"/>
            <a:stretch/>
          </p:blipFill>
          <p:spPr>
            <a:xfrm>
              <a:off x="2782080" y="8304120"/>
              <a:ext cx="2121120" cy="21211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1" name="Google Shape;551;p132"/>
          <p:cNvSpPr/>
          <p:nvPr/>
        </p:nvSpPr>
        <p:spPr>
          <a:xfrm>
            <a:off x="19531800" y="493920"/>
            <a:ext cx="3623040" cy="45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18 Jun 2026 - 17 Jul 2026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32"/>
          <p:cNvSpPr/>
          <p:nvPr/>
        </p:nvSpPr>
        <p:spPr>
          <a:xfrm>
            <a:off x="3304800" y="500760"/>
            <a:ext cx="13160520" cy="7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Montserrat SemiBold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Content Summary</a:t>
            </a:r>
            <a:endParaRPr b="0" i="0" sz="5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32"/>
          <p:cNvSpPr/>
          <p:nvPr/>
        </p:nvSpPr>
        <p:spPr>
          <a:xfrm>
            <a:off x="3304800" y="1400760"/>
            <a:ext cx="1574064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Montserrat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Key metrics for the selected period</a:t>
            </a:r>
            <a:endParaRPr b="0" i="0" sz="2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4" name="Google Shape;554;p132"/>
          <p:cNvGrpSpPr/>
          <p:nvPr/>
        </p:nvGrpSpPr>
        <p:grpSpPr>
          <a:xfrm>
            <a:off x="1584000" y="595440"/>
            <a:ext cx="1333500" cy="1333500"/>
            <a:chOff x="1584000" y="595440"/>
            <a:chExt cx="1371240" cy="2036160"/>
          </a:xfrm>
        </p:grpSpPr>
        <p:pic>
          <p:nvPicPr>
            <p:cNvPr descr="Object 9_3" id="555" name="Google Shape;555;p132"/>
            <p:cNvPicPr preferRelativeResize="0"/>
            <p:nvPr/>
          </p:nvPicPr>
          <p:blipFill rotWithShape="1">
            <a:blip r:embed="rId50007">
              <a:alphaModFix/>
            </a:blip>
            <a:srcRect b="0" l="0" r="0" t="0"/>
            <a:stretch/>
          </p:blipFill>
          <p:spPr>
            <a:xfrm>
              <a:off x="1584000" y="595440"/>
              <a:ext cx="1371240" cy="13712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7" name="Google Shape;557;p132"/>
          <p:cNvGrpSpPr/>
          <p:nvPr/>
        </p:nvGrpSpPr>
        <p:grpSpPr>
          <a:xfrm>
            <a:off x="18895680" y="275040"/>
            <a:ext cx="876300" cy="876300"/>
            <a:chOff x="18895680" y="275040"/>
            <a:chExt cx="874500" cy="905041"/>
          </a:xfrm>
        </p:grpSpPr>
        <p:pic>
          <p:nvPicPr>
            <p:cNvPr descr="Object 9_3" id="558" name="Google Shape;558;p132"/>
            <p:cNvPicPr preferRelativeResize="0"/>
            <p:nvPr/>
          </p:nvPicPr>
          <p:blipFill rotWithShape="1">
            <a:blip r:embed="rId50008">
              <a:alphaModFix/>
            </a:blip>
            <a:srcRect b="0" l="0" r="0" t="0"/>
            <a:stretch/>
          </p:blipFill>
          <p:spPr>
            <a:xfrm>
              <a:off x="18895680" y="275040"/>
              <a:ext cx="874440" cy="9050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33"/>
          <p:cNvSpPr/>
          <p:nvPr/>
        </p:nvSpPr>
        <p:spPr>
          <a:xfrm>
            <a:off x="3417840" y="493920"/>
            <a:ext cx="1469736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Montserrat SemiBold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Top 3 Posts</a:t>
            </a:r>
            <a:endParaRPr b="0" i="0" sz="5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33"/>
          <p:cNvSpPr/>
          <p:nvPr/>
        </p:nvSpPr>
        <p:spPr>
          <a:xfrm>
            <a:off x="3417840" y="1472040"/>
            <a:ext cx="15648480" cy="47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Montserrat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See the top 3 posts published by this Instagram Profile</a:t>
            </a:r>
            <a:endParaRPr b="0" i="0" sz="2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33"/>
          <p:cNvSpPr/>
          <p:nvPr/>
        </p:nvSpPr>
        <p:spPr>
          <a:xfrm>
            <a:off x="2931840" y="2792880"/>
            <a:ext cx="5388480" cy="7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diyamhouseofsilver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02 Jul 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33"/>
          <p:cNvSpPr/>
          <p:nvPr/>
        </p:nvSpPr>
        <p:spPr>
          <a:xfrm>
            <a:off x="1863720" y="3714480"/>
            <a:ext cx="63442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925 Silver Adjustable Rakhi. Available in stock. Get yours before its over. For more details Dm or V...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33"/>
          <p:cNvSpPr/>
          <p:nvPr/>
        </p:nvSpPr>
        <p:spPr>
          <a:xfrm>
            <a:off x="9235440" y="3714480"/>
            <a:ext cx="621576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925 Silver Earings Oxidise Finish. Available in Stock. For more details DM or visit store. diyamhous...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33"/>
          <p:cNvSpPr/>
          <p:nvPr/>
        </p:nvSpPr>
        <p:spPr>
          <a:xfrm>
            <a:off x="16496640" y="3714480"/>
            <a:ext cx="627840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925 silver oxadise Necklace. Available in stock. For more details Dm or Visit store. diyamhouseofsil...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33"/>
          <p:cNvSpPr/>
          <p:nvPr/>
        </p:nvSpPr>
        <p:spPr>
          <a:xfrm>
            <a:off x="10275840" y="2792880"/>
            <a:ext cx="5268240" cy="7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diyamhouseofsilver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21 Jun 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33"/>
          <p:cNvSpPr/>
          <p:nvPr/>
        </p:nvSpPr>
        <p:spPr>
          <a:xfrm>
            <a:off x="17440560" y="2792520"/>
            <a:ext cx="5327280" cy="7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diyamhouseofsilver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27 Jun      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33"/>
          <p:cNvSpPr/>
          <p:nvPr/>
        </p:nvSpPr>
        <p:spPr>
          <a:xfrm>
            <a:off x="13167360" y="9730440"/>
            <a:ext cx="2373480" cy="8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Comments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33"/>
          <p:cNvSpPr/>
          <p:nvPr/>
        </p:nvSpPr>
        <p:spPr>
          <a:xfrm>
            <a:off x="11155680" y="9730440"/>
            <a:ext cx="2556360" cy="8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33"/>
          <p:cNvSpPr/>
          <p:nvPr/>
        </p:nvSpPr>
        <p:spPr>
          <a:xfrm>
            <a:off x="9052560" y="9730440"/>
            <a:ext cx="2282040" cy="8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33"/>
          <p:cNvSpPr/>
          <p:nvPr/>
        </p:nvSpPr>
        <p:spPr>
          <a:xfrm>
            <a:off x="1755720" y="9728640"/>
            <a:ext cx="2647800" cy="8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33"/>
          <p:cNvSpPr/>
          <p:nvPr/>
        </p:nvSpPr>
        <p:spPr>
          <a:xfrm>
            <a:off x="4114440" y="9730440"/>
            <a:ext cx="2282040" cy="8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33"/>
          <p:cNvSpPr/>
          <p:nvPr/>
        </p:nvSpPr>
        <p:spPr>
          <a:xfrm>
            <a:off x="5852160" y="9730440"/>
            <a:ext cx="2373120" cy="8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Comments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33"/>
          <p:cNvSpPr/>
          <p:nvPr/>
        </p:nvSpPr>
        <p:spPr>
          <a:xfrm>
            <a:off x="16467840" y="9730440"/>
            <a:ext cx="2284200" cy="8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33"/>
          <p:cNvSpPr/>
          <p:nvPr/>
        </p:nvSpPr>
        <p:spPr>
          <a:xfrm>
            <a:off x="18446400" y="9730440"/>
            <a:ext cx="2647800" cy="8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33"/>
          <p:cNvSpPr/>
          <p:nvPr/>
        </p:nvSpPr>
        <p:spPr>
          <a:xfrm>
            <a:off x="20308320" y="9730440"/>
            <a:ext cx="2464920" cy="8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Comments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33"/>
          <p:cNvSpPr/>
          <p:nvPr/>
        </p:nvSpPr>
        <p:spPr>
          <a:xfrm>
            <a:off x="1753560" y="10678320"/>
            <a:ext cx="6676560" cy="22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130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reach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engagement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208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impressions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2.847%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eng. rate by followers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3.846%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eng. rate by impressions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33"/>
          <p:cNvSpPr/>
          <p:nvPr/>
        </p:nvSpPr>
        <p:spPr>
          <a:xfrm>
            <a:off x="1791720" y="9296280"/>
            <a:ext cx="643356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33"/>
          <p:cNvSpPr/>
          <p:nvPr/>
        </p:nvSpPr>
        <p:spPr>
          <a:xfrm>
            <a:off x="9162720" y="9299520"/>
            <a:ext cx="637776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33"/>
          <p:cNvSpPr/>
          <p:nvPr/>
        </p:nvSpPr>
        <p:spPr>
          <a:xfrm>
            <a:off x="16496640" y="9299520"/>
            <a:ext cx="627624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33"/>
          <p:cNvSpPr/>
          <p:nvPr/>
        </p:nvSpPr>
        <p:spPr>
          <a:xfrm>
            <a:off x="9052560" y="10678320"/>
            <a:ext cx="6676560" cy="22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85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reach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engagement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136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impressions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2.491%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eng. rate by followers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5.147%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eng. rate by impressions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33"/>
          <p:cNvSpPr/>
          <p:nvPr/>
        </p:nvSpPr>
        <p:spPr>
          <a:xfrm>
            <a:off x="16495200" y="10678320"/>
            <a:ext cx="6676560" cy="22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000" spcFirstLastPara="1" rIns="45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reach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engagement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impressions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2.491%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eng. rate by followers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3.646%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eng. rate by impressions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8" name="Google Shape;588;p133"/>
          <p:cNvGrpSpPr/>
          <p:nvPr/>
        </p:nvGrpSpPr>
        <p:grpSpPr>
          <a:xfrm>
            <a:off x="1819800" y="4992480"/>
            <a:ext cx="6400800" cy="4143375"/>
            <a:chOff x="1819800" y="4992480"/>
            <a:chExt cx="6397560" cy="4166280"/>
          </a:xfrm>
        </p:grpSpPr>
        <p:pic>
          <p:nvPicPr>
            <p:cNvPr descr="Object 9_3" id="589" name="Google Shape;589;p133"/>
            <p:cNvPicPr preferRelativeResize="0"/>
            <p:nvPr/>
          </p:nvPicPr>
          <p:blipFill rotWithShape="1">
            <a:blip r:embed="rId50009">
              <a:alphaModFix/>
            </a:blip>
            <a:srcRect b="0" l="0" r="0" t="0"/>
            <a:stretch/>
          </p:blipFill>
          <p:spPr>
            <a:xfrm>
              <a:off x="1819800" y="4992480"/>
              <a:ext cx="6397560" cy="41662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1" name="Google Shape;591;p133"/>
          <p:cNvGrpSpPr/>
          <p:nvPr/>
        </p:nvGrpSpPr>
        <p:grpSpPr>
          <a:xfrm>
            <a:off x="1869480" y="2743200"/>
            <a:ext cx="762000" cy="762000"/>
            <a:chOff x="1869480" y="2743200"/>
            <a:chExt cx="755640" cy="1186920"/>
          </a:xfrm>
        </p:grpSpPr>
        <p:pic>
          <p:nvPicPr>
            <p:cNvPr descr="Object 9_3" id="592" name="Google Shape;592;p133"/>
            <p:cNvPicPr preferRelativeResize="0"/>
            <p:nvPr/>
          </p:nvPicPr>
          <p:blipFill rotWithShape="1">
            <a:blip r:embed="rId50010">
              <a:alphaModFix/>
            </a:blip>
            <a:srcRect b="0" l="0" r="0" t="0"/>
            <a:stretch/>
          </p:blipFill>
          <p:spPr>
            <a:xfrm>
              <a:off x="1869480" y="2743200"/>
              <a:ext cx="755640" cy="755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4" name="Google Shape;594;p133"/>
          <p:cNvGrpSpPr/>
          <p:nvPr/>
        </p:nvGrpSpPr>
        <p:grpSpPr>
          <a:xfrm>
            <a:off x="9210960" y="2743200"/>
            <a:ext cx="762000" cy="762000"/>
            <a:chOff x="9210960" y="2743200"/>
            <a:chExt cx="755640" cy="1186920"/>
          </a:xfrm>
        </p:grpSpPr>
        <p:pic>
          <p:nvPicPr>
            <p:cNvPr descr="Object 9_3" id="595" name="Google Shape;595;p133"/>
            <p:cNvPicPr preferRelativeResize="0"/>
            <p:nvPr/>
          </p:nvPicPr>
          <p:blipFill rotWithShape="1">
            <a:blip r:embed="rId50011">
              <a:alphaModFix/>
            </a:blip>
            <a:srcRect b="0" l="0" r="0" t="0"/>
            <a:stretch/>
          </p:blipFill>
          <p:spPr>
            <a:xfrm>
              <a:off x="9210960" y="2743200"/>
              <a:ext cx="755640" cy="755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7" name="Google Shape;597;p133"/>
          <p:cNvGrpSpPr/>
          <p:nvPr/>
        </p:nvGrpSpPr>
        <p:grpSpPr>
          <a:xfrm>
            <a:off x="16495200" y="2743200"/>
            <a:ext cx="762000" cy="762000"/>
            <a:chOff x="16495200" y="2743200"/>
            <a:chExt cx="755640" cy="1186920"/>
          </a:xfrm>
        </p:grpSpPr>
        <p:pic>
          <p:nvPicPr>
            <p:cNvPr descr="Object 9_3" id="598" name="Google Shape;598;p133"/>
            <p:cNvPicPr preferRelativeResize="0"/>
            <p:nvPr/>
          </p:nvPicPr>
          <p:blipFill rotWithShape="1">
            <a:blip r:embed="rId50012">
              <a:alphaModFix/>
            </a:blip>
            <a:srcRect b="0" l="0" r="0" t="0"/>
            <a:stretch/>
          </p:blipFill>
          <p:spPr>
            <a:xfrm>
              <a:off x="16495200" y="2743200"/>
              <a:ext cx="755640" cy="755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0" name="Google Shape;600;p133"/>
          <p:cNvGrpSpPr/>
          <p:nvPr/>
        </p:nvGrpSpPr>
        <p:grpSpPr>
          <a:xfrm>
            <a:off x="9144000" y="4992480"/>
            <a:ext cx="6400800" cy="4143375"/>
            <a:chOff x="9144000" y="4992480"/>
            <a:chExt cx="6397560" cy="4166280"/>
          </a:xfrm>
        </p:grpSpPr>
        <p:pic>
          <p:nvPicPr>
            <p:cNvPr descr="Object 9_3" id="601" name="Google Shape;601;p133"/>
            <p:cNvPicPr preferRelativeResize="0"/>
            <p:nvPr/>
          </p:nvPicPr>
          <p:blipFill rotWithShape="1">
            <a:blip r:embed="rId50013">
              <a:alphaModFix/>
            </a:blip>
            <a:srcRect b="0" l="0" r="0" t="0"/>
            <a:stretch/>
          </p:blipFill>
          <p:spPr>
            <a:xfrm>
              <a:off x="9144000" y="4992480"/>
              <a:ext cx="6397560" cy="41662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3" name="Google Shape;603;p133"/>
          <p:cNvGrpSpPr/>
          <p:nvPr/>
        </p:nvGrpSpPr>
        <p:grpSpPr>
          <a:xfrm>
            <a:off x="16458840" y="4992480"/>
            <a:ext cx="6400800" cy="4143375"/>
            <a:chOff x="16458840" y="4992480"/>
            <a:chExt cx="6397560" cy="4166280"/>
          </a:xfrm>
        </p:grpSpPr>
        <p:pic>
          <p:nvPicPr>
            <p:cNvPr descr="Object 9_3" id="604" name="Google Shape;604;p133"/>
            <p:cNvPicPr preferRelativeResize="0"/>
            <p:nvPr/>
          </p:nvPicPr>
          <p:blipFill rotWithShape="1">
            <a:blip r:embed="rId50014">
              <a:alphaModFix/>
            </a:blip>
            <a:srcRect b="0" l="0" r="0" t="0"/>
            <a:stretch/>
          </p:blipFill>
          <p:spPr>
            <a:xfrm>
              <a:off x="16458840" y="4992480"/>
              <a:ext cx="6397560" cy="41662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6" name="Google Shape;606;p133"/>
          <p:cNvGrpSpPr/>
          <p:nvPr/>
        </p:nvGrpSpPr>
        <p:grpSpPr>
          <a:xfrm>
            <a:off x="18895680" y="275040"/>
            <a:ext cx="876300" cy="876300"/>
            <a:chOff x="18895680" y="275040"/>
            <a:chExt cx="874440" cy="905040"/>
          </a:xfrm>
        </p:grpSpPr>
        <p:pic>
          <p:nvPicPr>
            <p:cNvPr descr="Object 9_3" id="607" name="Google Shape;607;p133"/>
            <p:cNvPicPr preferRelativeResize="0"/>
            <p:nvPr/>
          </p:nvPicPr>
          <p:blipFill rotWithShape="1">
            <a:blip r:embed="rId50015">
              <a:alphaModFix/>
            </a:blip>
            <a:srcRect b="0" l="0" r="0" t="0"/>
            <a:stretch/>
          </p:blipFill>
          <p:spPr>
            <a:xfrm>
              <a:off x="18895680" y="275040"/>
              <a:ext cx="874440" cy="9050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9" name="Google Shape;609;p133"/>
          <p:cNvSpPr/>
          <p:nvPr/>
        </p:nvSpPr>
        <p:spPr>
          <a:xfrm>
            <a:off x="19531800" y="493920"/>
            <a:ext cx="3623040" cy="45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18 Jun 2026 - 17 Jul 2026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0" name="Google Shape;610;p133"/>
          <p:cNvGrpSpPr/>
          <p:nvPr/>
        </p:nvGrpSpPr>
        <p:grpSpPr>
          <a:xfrm>
            <a:off x="1584000" y="595440"/>
            <a:ext cx="1333500" cy="1333500"/>
            <a:chOff x="1584000" y="595440"/>
            <a:chExt cx="1371240" cy="2036160"/>
          </a:xfrm>
        </p:grpSpPr>
        <p:pic>
          <p:nvPicPr>
            <p:cNvPr descr="Object 9_3" id="611" name="Google Shape;611;p133"/>
            <p:cNvPicPr preferRelativeResize="0"/>
            <p:nvPr/>
          </p:nvPicPr>
          <p:blipFill rotWithShape="1">
            <a:blip r:embed="rId50016">
              <a:alphaModFix/>
            </a:blip>
            <a:srcRect b="0" l="0" r="0" t="0"/>
            <a:stretch/>
          </p:blipFill>
          <p:spPr>
            <a:xfrm>
              <a:off x="1584000" y="595440"/>
              <a:ext cx="1371240" cy="137124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34"/>
          <p:cNvSpPr/>
          <p:nvPr/>
        </p:nvSpPr>
        <p:spPr>
          <a:xfrm>
            <a:off x="12472920" y="12540960"/>
            <a:ext cx="11180880" cy="71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50" lIns="50750" spcFirstLastPara="1" rIns="50750" wrap="square" tIns="50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which is </a:t>
            </a:r>
            <a:r>
              <a:rPr b="0" i="0" lang="en-US" sz="2000" u="none" cap="none" strike="noStrike">
                <a:solidFill>
                  <a:srgbClr val="EE230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18.75% lower</a:t>
            </a:r>
            <a:r>
              <a:rPr b="0" i="0" lang="en-US" sz="2000" u="none" cap="none" strike="noStrike">
                <a:solidFill>
                  <a:srgbClr val="00AB8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/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than the previous period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34"/>
          <p:cNvSpPr/>
          <p:nvPr/>
        </p:nvSpPr>
        <p:spPr>
          <a:xfrm>
            <a:off x="13284720" y="11454480"/>
            <a:ext cx="9506160" cy="67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total number of posts is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34"/>
          <p:cNvSpPr/>
          <p:nvPr/>
        </p:nvSpPr>
        <p:spPr>
          <a:xfrm>
            <a:off x="13284720" y="11984760"/>
            <a:ext cx="9506160" cy="3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SemiBold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39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0" name="Google Shape;620;p134"/>
          <p:cNvGrpSpPr/>
          <p:nvPr/>
        </p:nvGrpSpPr>
        <p:grpSpPr>
          <a:xfrm>
            <a:off x="1338840" y="2743200"/>
            <a:ext cx="22821900" cy="6858000"/>
            <a:chOff x="1338840" y="2743200"/>
            <a:chExt cx="21817080" cy="7351560"/>
          </a:xfrm>
        </p:grpSpPr>
        <p:pic>
          <p:nvPicPr>
            <p:cNvPr descr="Object 9_3" id="621" name="Google Shape;621;p134"/>
            <p:cNvPicPr preferRelativeResize="0"/>
            <p:nvPr/>
          </p:nvPicPr>
          <p:blipFill rotWithShape="1">
            <a:blip r:embed="rId50017">
              <a:alphaModFix/>
            </a:blip>
            <a:srcRect b="0" l="0" r="0" t="0"/>
            <a:stretch/>
          </p:blipFill>
          <p:spPr>
            <a:xfrm>
              <a:off x="1338840" y="2743200"/>
              <a:ext cx="21817080" cy="73515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3" name="Google Shape;623;p134"/>
          <p:cNvGrpSpPr/>
          <p:nvPr/>
        </p:nvGrpSpPr>
        <p:grpSpPr>
          <a:xfrm>
            <a:off x="17180280" y="9936360"/>
            <a:ext cx="1743075" cy="1743075"/>
            <a:chOff x="17180280" y="9936360"/>
            <a:chExt cx="1698840" cy="1793520"/>
          </a:xfrm>
        </p:grpSpPr>
        <p:pic>
          <p:nvPicPr>
            <p:cNvPr descr="Object 9_3" id="624" name="Google Shape;624;p134"/>
            <p:cNvPicPr preferRelativeResize="0"/>
            <p:nvPr/>
          </p:nvPicPr>
          <p:blipFill rotWithShape="1">
            <a:blip r:embed="rId50018">
              <a:alphaModFix/>
            </a:blip>
            <a:srcRect b="0" l="0" r="0" t="0"/>
            <a:stretch/>
          </p:blipFill>
          <p:spPr>
            <a:xfrm>
              <a:off x="17180280" y="9936360"/>
              <a:ext cx="1698840" cy="15163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6" name="Google Shape;626;p134"/>
          <p:cNvSpPr/>
          <p:nvPr/>
        </p:nvSpPr>
        <p:spPr>
          <a:xfrm>
            <a:off x="19531800" y="493920"/>
            <a:ext cx="3623040" cy="45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18 Jun 2026 - 17 Jul 2026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34"/>
          <p:cNvSpPr/>
          <p:nvPr/>
        </p:nvSpPr>
        <p:spPr>
          <a:xfrm>
            <a:off x="3304800" y="500760"/>
            <a:ext cx="13160520" cy="7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Montserrat SemiBold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Organic Posts Distribution</a:t>
            </a:r>
            <a:endParaRPr b="0" i="0" sz="5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34"/>
          <p:cNvSpPr/>
          <p:nvPr/>
        </p:nvSpPr>
        <p:spPr>
          <a:xfrm>
            <a:off x="3304800" y="1400760"/>
            <a:ext cx="1574064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Montserrat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See the posting patterns of this Instagram profile</a:t>
            </a:r>
            <a:endParaRPr b="0" i="0" sz="2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9" name="Google Shape;629;p134"/>
          <p:cNvGrpSpPr/>
          <p:nvPr/>
        </p:nvGrpSpPr>
        <p:grpSpPr>
          <a:xfrm>
            <a:off x="1584000" y="595440"/>
            <a:ext cx="1333500" cy="1333500"/>
            <a:chOff x="1584000" y="595440"/>
            <a:chExt cx="1371240" cy="2036160"/>
          </a:xfrm>
        </p:grpSpPr>
        <p:pic>
          <p:nvPicPr>
            <p:cNvPr descr="Object 9_3" id="630" name="Google Shape;630;p134"/>
            <p:cNvPicPr preferRelativeResize="0"/>
            <p:nvPr/>
          </p:nvPicPr>
          <p:blipFill rotWithShape="1">
            <a:blip r:embed="rId50019">
              <a:alphaModFix/>
            </a:blip>
            <a:srcRect b="0" l="0" r="0" t="0"/>
            <a:stretch/>
          </p:blipFill>
          <p:spPr>
            <a:xfrm>
              <a:off x="1584000" y="595440"/>
              <a:ext cx="1371240" cy="13712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2" name="Google Shape;632;p134"/>
          <p:cNvGrpSpPr/>
          <p:nvPr/>
        </p:nvGrpSpPr>
        <p:grpSpPr>
          <a:xfrm>
            <a:off x="18895680" y="275040"/>
            <a:ext cx="876300" cy="876300"/>
            <a:chOff x="18895680" y="275040"/>
            <a:chExt cx="874500" cy="905041"/>
          </a:xfrm>
        </p:grpSpPr>
        <p:pic>
          <p:nvPicPr>
            <p:cNvPr descr="Object 9_3" id="633" name="Google Shape;633;p134"/>
            <p:cNvPicPr preferRelativeResize="0"/>
            <p:nvPr/>
          </p:nvPicPr>
          <p:blipFill rotWithShape="1">
            <a:blip r:embed="rId50020">
              <a:alphaModFix/>
            </a:blip>
            <a:srcRect b="0" l="0" r="0" t="0"/>
            <a:stretch/>
          </p:blipFill>
          <p:spPr>
            <a:xfrm>
              <a:off x="18895680" y="275040"/>
              <a:ext cx="874440" cy="9050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35"/>
          <p:cNvSpPr/>
          <p:nvPr/>
        </p:nvSpPr>
        <p:spPr>
          <a:xfrm>
            <a:off x="20754720" y="2853360"/>
            <a:ext cx="3017520" cy="974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13480" lvl="0" marL="2160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31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3480" lvl="0" marL="2160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35"/>
          <p:cNvSpPr/>
          <p:nvPr/>
        </p:nvSpPr>
        <p:spPr>
          <a:xfrm>
            <a:off x="18580680" y="2798280"/>
            <a:ext cx="3566520" cy="974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134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Reel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34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Image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.png" id="641" name="Google Shape;641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56680" y="10065600"/>
            <a:ext cx="1341720" cy="1341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lt.png" id="642" name="Google Shape;642;p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22560" y="10131120"/>
            <a:ext cx="1210320" cy="121032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135"/>
          <p:cNvSpPr/>
          <p:nvPr/>
        </p:nvSpPr>
        <p:spPr>
          <a:xfrm>
            <a:off x="16102440" y="11311200"/>
            <a:ext cx="5648760" cy="18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 better results, try and post more Reels since that's the type of content that brings the highest engagement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4" name="Google Shape;644;p135"/>
          <p:cNvGrpSpPr/>
          <p:nvPr/>
        </p:nvGrpSpPr>
        <p:grpSpPr>
          <a:xfrm>
            <a:off x="1338840" y="2845080"/>
            <a:ext cx="16344900" cy="6858000"/>
            <a:chOff x="1338840" y="2845080"/>
            <a:chExt cx="16338960" cy="6856560"/>
          </a:xfrm>
        </p:grpSpPr>
        <p:pic>
          <p:nvPicPr>
            <p:cNvPr descr="Object 9_3" id="645" name="Google Shape;645;p135"/>
            <p:cNvPicPr preferRelativeResize="0"/>
            <p:nvPr/>
          </p:nvPicPr>
          <p:blipFill rotWithShape="1">
            <a:blip r:embed="rId50021">
              <a:alphaModFix/>
            </a:blip>
            <a:srcRect b="0" l="0" r="0" t="0"/>
            <a:stretch/>
          </p:blipFill>
          <p:spPr>
            <a:xfrm>
              <a:off x="1338840" y="2845080"/>
              <a:ext cx="16338960" cy="68565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7" name="Google Shape;647;p135"/>
          <p:cNvSpPr/>
          <p:nvPr/>
        </p:nvSpPr>
        <p:spPr>
          <a:xfrm>
            <a:off x="19531800" y="493920"/>
            <a:ext cx="3623040" cy="45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18 Jun 2026 - 17 Jul 2026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35"/>
          <p:cNvSpPr/>
          <p:nvPr/>
        </p:nvSpPr>
        <p:spPr>
          <a:xfrm>
            <a:off x="3304800" y="500760"/>
            <a:ext cx="13160520" cy="7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Montserrat SemiBold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Types</a:t>
            </a:r>
            <a:endParaRPr b="0" i="0" sz="5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35"/>
          <p:cNvSpPr/>
          <p:nvPr/>
        </p:nvSpPr>
        <p:spPr>
          <a:xfrm>
            <a:off x="3304800" y="1400760"/>
            <a:ext cx="1574064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Montserrat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See the publishing behaviour of this Instagram profile</a:t>
            </a:r>
            <a:endParaRPr b="0" i="0" sz="2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0" name="Google Shape;650;p135"/>
          <p:cNvGrpSpPr/>
          <p:nvPr/>
        </p:nvGrpSpPr>
        <p:grpSpPr>
          <a:xfrm>
            <a:off x="1584000" y="595440"/>
            <a:ext cx="1333500" cy="1333500"/>
            <a:chOff x="1584000" y="595440"/>
            <a:chExt cx="1371240" cy="2036160"/>
          </a:xfrm>
        </p:grpSpPr>
        <p:pic>
          <p:nvPicPr>
            <p:cNvPr descr="Object 9_3" id="651" name="Google Shape;651;p135"/>
            <p:cNvPicPr preferRelativeResize="0"/>
            <p:nvPr/>
          </p:nvPicPr>
          <p:blipFill rotWithShape="1">
            <a:blip r:embed="rId50022">
              <a:alphaModFix/>
            </a:blip>
            <a:srcRect b="0" l="0" r="0" t="0"/>
            <a:stretch/>
          </p:blipFill>
          <p:spPr>
            <a:xfrm>
              <a:off x="1584000" y="595440"/>
              <a:ext cx="1371240" cy="13712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53" name="Google Shape;653;p135"/>
          <p:cNvGrpSpPr/>
          <p:nvPr/>
        </p:nvGrpSpPr>
        <p:grpSpPr>
          <a:xfrm>
            <a:off x="18895680" y="275040"/>
            <a:ext cx="876300" cy="876300"/>
            <a:chOff x="18895680" y="275040"/>
            <a:chExt cx="874500" cy="905041"/>
          </a:xfrm>
        </p:grpSpPr>
        <p:pic>
          <p:nvPicPr>
            <p:cNvPr descr="Object 9_3" id="654" name="Google Shape;654;p135"/>
            <p:cNvPicPr preferRelativeResize="0"/>
            <p:nvPr/>
          </p:nvPicPr>
          <p:blipFill rotWithShape="1">
            <a:blip r:embed="rId50023">
              <a:alphaModFix/>
            </a:blip>
            <a:srcRect b="0" l="0" r="0" t="0"/>
            <a:stretch/>
          </p:blipFill>
          <p:spPr>
            <a:xfrm>
              <a:off x="18895680" y="275040"/>
              <a:ext cx="874440" cy="9050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36"/>
          <p:cNvSpPr/>
          <p:nvPr/>
        </p:nvSpPr>
        <p:spPr>
          <a:xfrm>
            <a:off x="12472920" y="12540960"/>
            <a:ext cx="11180880" cy="71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50" lIns="50750" spcFirstLastPara="1" rIns="50750" wrap="square" tIns="50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which is </a:t>
            </a:r>
            <a:r>
              <a:rPr b="0" i="0" lang="en-US" sz="2000" u="none" cap="none" strike="noStrike">
                <a:solidFill>
                  <a:srgbClr val="EE230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/>
            </a:r>
            <a:r>
              <a:rPr b="0" i="0" lang="en-US" sz="2000" u="none" cap="none" strike="noStrike">
                <a:solidFill>
                  <a:srgbClr val="00AB8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40.37% higher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than the previous period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36"/>
          <p:cNvSpPr/>
          <p:nvPr/>
        </p:nvSpPr>
        <p:spPr>
          <a:xfrm>
            <a:off x="13284720" y="11454480"/>
            <a:ext cx="9506160" cy="67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estimated page reach is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36"/>
          <p:cNvSpPr/>
          <p:nvPr/>
        </p:nvSpPr>
        <p:spPr>
          <a:xfrm>
            <a:off x="13284720" y="11984760"/>
            <a:ext cx="9506160" cy="3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SemiBold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3383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3" name="Google Shape;663;p136"/>
          <p:cNvGrpSpPr/>
          <p:nvPr/>
        </p:nvGrpSpPr>
        <p:grpSpPr>
          <a:xfrm>
            <a:off x="1338840" y="2743200"/>
            <a:ext cx="22821900" cy="6858000"/>
            <a:chOff x="1338840" y="2743200"/>
            <a:chExt cx="21817080" cy="7351560"/>
          </a:xfrm>
        </p:grpSpPr>
        <p:pic>
          <p:nvPicPr>
            <p:cNvPr descr="Object 9_3" id="664" name="Google Shape;664;p136"/>
            <p:cNvPicPr preferRelativeResize="0"/>
            <p:nvPr/>
          </p:nvPicPr>
          <p:blipFill rotWithShape="1">
            <a:blip r:embed="rId50024">
              <a:alphaModFix/>
            </a:blip>
            <a:srcRect b="0" l="0" r="0" t="0"/>
            <a:stretch/>
          </p:blipFill>
          <p:spPr>
            <a:xfrm>
              <a:off x="1338840" y="2743200"/>
              <a:ext cx="21817080" cy="73515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6" name="Google Shape;666;p136"/>
          <p:cNvGrpSpPr/>
          <p:nvPr/>
        </p:nvGrpSpPr>
        <p:grpSpPr>
          <a:xfrm>
            <a:off x="17180280" y="9936360"/>
            <a:ext cx="1743075" cy="1743075"/>
            <a:chOff x="17180280" y="9936360"/>
            <a:chExt cx="1698840" cy="1793520"/>
          </a:xfrm>
        </p:grpSpPr>
        <p:pic>
          <p:nvPicPr>
            <p:cNvPr descr="Object 9_3" id="667" name="Google Shape;667;p136"/>
            <p:cNvPicPr preferRelativeResize="0"/>
            <p:nvPr/>
          </p:nvPicPr>
          <p:blipFill rotWithShape="1">
            <a:blip r:embed="rId50025">
              <a:alphaModFix/>
            </a:blip>
            <a:srcRect b="0" l="0" r="0" t="0"/>
            <a:stretch/>
          </p:blipFill>
          <p:spPr>
            <a:xfrm>
              <a:off x="17180280" y="9936360"/>
              <a:ext cx="1698840" cy="15163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9" name="Google Shape;669;p136"/>
          <p:cNvSpPr/>
          <p:nvPr/>
        </p:nvSpPr>
        <p:spPr>
          <a:xfrm>
            <a:off x="19531800" y="493920"/>
            <a:ext cx="3623040" cy="45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18 Jun 2026 - 17 Jul 2026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36"/>
          <p:cNvSpPr/>
          <p:nvPr/>
        </p:nvSpPr>
        <p:spPr>
          <a:xfrm>
            <a:off x="3304800" y="500760"/>
            <a:ext cx="13160520" cy="7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Montserrat SemiBold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Organic Posts Reach Distribution</a:t>
            </a:r>
            <a:endParaRPr b="0" i="0" sz="5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36"/>
          <p:cNvSpPr/>
          <p:nvPr/>
        </p:nvSpPr>
        <p:spPr>
          <a:xfrm>
            <a:off x="3304800" y="1400760"/>
            <a:ext cx="1574064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Montserrat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Unique people who have seen any post from this Instagram Profile</a:t>
            </a:r>
            <a:endParaRPr b="0" i="0" sz="2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2" name="Google Shape;672;p136"/>
          <p:cNvGrpSpPr/>
          <p:nvPr/>
        </p:nvGrpSpPr>
        <p:grpSpPr>
          <a:xfrm>
            <a:off x="1584000" y="595440"/>
            <a:ext cx="1333500" cy="1333500"/>
            <a:chOff x="1584000" y="595440"/>
            <a:chExt cx="1371240" cy="2036160"/>
          </a:xfrm>
        </p:grpSpPr>
        <p:pic>
          <p:nvPicPr>
            <p:cNvPr descr="Object 9_3" id="673" name="Google Shape;673;p136"/>
            <p:cNvPicPr preferRelativeResize="0"/>
            <p:nvPr/>
          </p:nvPicPr>
          <p:blipFill rotWithShape="1">
            <a:blip r:embed="rId50026">
              <a:alphaModFix/>
            </a:blip>
            <a:srcRect b="0" l="0" r="0" t="0"/>
            <a:stretch/>
          </p:blipFill>
          <p:spPr>
            <a:xfrm>
              <a:off x="1584000" y="595440"/>
              <a:ext cx="1371240" cy="13712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5" name="Google Shape;675;p136"/>
          <p:cNvGrpSpPr/>
          <p:nvPr/>
        </p:nvGrpSpPr>
        <p:grpSpPr>
          <a:xfrm>
            <a:off x="18895680" y="275040"/>
            <a:ext cx="876300" cy="876300"/>
            <a:chOff x="18895680" y="275040"/>
            <a:chExt cx="874500" cy="905041"/>
          </a:xfrm>
        </p:grpSpPr>
        <p:pic>
          <p:nvPicPr>
            <p:cNvPr descr="Object 9_3" id="676" name="Google Shape;676;p136"/>
            <p:cNvPicPr preferRelativeResize="0"/>
            <p:nvPr/>
          </p:nvPicPr>
          <p:blipFill rotWithShape="1">
            <a:blip r:embed="rId50027">
              <a:alphaModFix/>
            </a:blip>
            <a:srcRect b="0" l="0" r="0" t="0"/>
            <a:stretch/>
          </p:blipFill>
          <p:spPr>
            <a:xfrm>
              <a:off x="18895680" y="275040"/>
              <a:ext cx="874440" cy="9050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37"/>
          <p:cNvSpPr/>
          <p:nvPr/>
        </p:nvSpPr>
        <p:spPr>
          <a:xfrm>
            <a:off x="12472920" y="12540960"/>
            <a:ext cx="11180880" cy="71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50" lIns="50750" spcFirstLastPara="1" rIns="50750" wrap="square" tIns="50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which is </a:t>
            </a:r>
            <a:r>
              <a:rPr b="0" i="0" lang="en-US" sz="2000" u="none" cap="none" strike="noStrike">
                <a:solidFill>
                  <a:srgbClr val="EE230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/>
            </a:r>
            <a:r>
              <a:rPr b="0" i="0" lang="en-US" sz="2000" u="none" cap="none" strike="noStrike">
                <a:solidFill>
                  <a:srgbClr val="00AB8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57.21% higher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than the previous period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37"/>
          <p:cNvSpPr/>
          <p:nvPr/>
        </p:nvSpPr>
        <p:spPr>
          <a:xfrm>
            <a:off x="13284720" y="11454480"/>
            <a:ext cx="9506160" cy="67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estimated number of impressions is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37"/>
          <p:cNvSpPr/>
          <p:nvPr/>
        </p:nvSpPr>
        <p:spPr>
          <a:xfrm>
            <a:off x="13284720" y="11984760"/>
            <a:ext cx="9506160" cy="3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SemiBold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5383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5" name="Google Shape;685;p137"/>
          <p:cNvGrpSpPr/>
          <p:nvPr/>
        </p:nvGrpSpPr>
        <p:grpSpPr>
          <a:xfrm>
            <a:off x="1338840" y="2743200"/>
            <a:ext cx="22821900" cy="6858000"/>
            <a:chOff x="1338840" y="2743200"/>
            <a:chExt cx="21817080" cy="7351560"/>
          </a:xfrm>
        </p:grpSpPr>
        <p:pic>
          <p:nvPicPr>
            <p:cNvPr descr="Object 9_3" id="686" name="Google Shape;686;p137"/>
            <p:cNvPicPr preferRelativeResize="0"/>
            <p:nvPr/>
          </p:nvPicPr>
          <p:blipFill rotWithShape="1">
            <a:blip r:embed="rId50028">
              <a:alphaModFix/>
            </a:blip>
            <a:srcRect b="0" l="0" r="0" t="0"/>
            <a:stretch/>
          </p:blipFill>
          <p:spPr>
            <a:xfrm>
              <a:off x="1338840" y="2743200"/>
              <a:ext cx="21817080" cy="73515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88" name="Google Shape;688;p137"/>
          <p:cNvGrpSpPr/>
          <p:nvPr/>
        </p:nvGrpSpPr>
        <p:grpSpPr>
          <a:xfrm>
            <a:off x="17180280" y="9936360"/>
            <a:ext cx="1743075" cy="1743075"/>
            <a:chOff x="17180280" y="9936360"/>
            <a:chExt cx="1698840" cy="1793520"/>
          </a:xfrm>
        </p:grpSpPr>
        <p:pic>
          <p:nvPicPr>
            <p:cNvPr descr="Object 9_3" id="689" name="Google Shape;689;p137"/>
            <p:cNvPicPr preferRelativeResize="0"/>
            <p:nvPr/>
          </p:nvPicPr>
          <p:blipFill rotWithShape="1">
            <a:blip r:embed="rId50029">
              <a:alphaModFix/>
            </a:blip>
            <a:srcRect b="0" l="0" r="0" t="0"/>
            <a:stretch/>
          </p:blipFill>
          <p:spPr>
            <a:xfrm>
              <a:off x="17180280" y="9936360"/>
              <a:ext cx="1698840" cy="15163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1" name="Google Shape;691;p137"/>
          <p:cNvSpPr/>
          <p:nvPr/>
        </p:nvSpPr>
        <p:spPr>
          <a:xfrm>
            <a:off x="19531800" y="493920"/>
            <a:ext cx="3623040" cy="45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18 Jun 2026 - 17 Jul 2026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37"/>
          <p:cNvSpPr/>
          <p:nvPr/>
        </p:nvSpPr>
        <p:spPr>
          <a:xfrm>
            <a:off x="3304800" y="500760"/>
            <a:ext cx="13160520" cy="7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Montserrat SemiBold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Organic Posts Impressions Distribution</a:t>
            </a:r>
            <a:endParaRPr b="0" i="0" sz="5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37"/>
          <p:cNvSpPr/>
          <p:nvPr/>
        </p:nvSpPr>
        <p:spPr>
          <a:xfrm>
            <a:off x="3304800" y="1400760"/>
            <a:ext cx="1574064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Montserrat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number of times the content has been seen</a:t>
            </a:r>
            <a:endParaRPr b="0" i="0" sz="2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4" name="Google Shape;694;p137"/>
          <p:cNvGrpSpPr/>
          <p:nvPr/>
        </p:nvGrpSpPr>
        <p:grpSpPr>
          <a:xfrm>
            <a:off x="1584000" y="595440"/>
            <a:ext cx="1333500" cy="1333500"/>
            <a:chOff x="1584000" y="595440"/>
            <a:chExt cx="1371240" cy="2036160"/>
          </a:xfrm>
        </p:grpSpPr>
        <p:pic>
          <p:nvPicPr>
            <p:cNvPr descr="Object 9_3" id="695" name="Google Shape;695;p137"/>
            <p:cNvPicPr preferRelativeResize="0"/>
            <p:nvPr/>
          </p:nvPicPr>
          <p:blipFill rotWithShape="1">
            <a:blip r:embed="rId50030">
              <a:alphaModFix/>
            </a:blip>
            <a:srcRect b="0" l="0" r="0" t="0"/>
            <a:stretch/>
          </p:blipFill>
          <p:spPr>
            <a:xfrm>
              <a:off x="1584000" y="595440"/>
              <a:ext cx="1371240" cy="13712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7" name="Google Shape;697;p137"/>
          <p:cNvGrpSpPr/>
          <p:nvPr/>
        </p:nvGrpSpPr>
        <p:grpSpPr>
          <a:xfrm>
            <a:off x="18895680" y="275040"/>
            <a:ext cx="876300" cy="876300"/>
            <a:chOff x="18895680" y="275040"/>
            <a:chExt cx="874500" cy="905041"/>
          </a:xfrm>
        </p:grpSpPr>
        <p:pic>
          <p:nvPicPr>
            <p:cNvPr descr="Object 9_3" id="698" name="Google Shape;698;p137"/>
            <p:cNvPicPr preferRelativeResize="0"/>
            <p:nvPr/>
          </p:nvPicPr>
          <p:blipFill rotWithShape="1">
            <a:blip r:embed="rId50031">
              <a:alphaModFix/>
            </a:blip>
            <a:srcRect b="0" l="0" r="0" t="0"/>
            <a:stretch/>
          </p:blipFill>
          <p:spPr>
            <a:xfrm>
              <a:off x="18895680" y="275040"/>
              <a:ext cx="874440" cy="9050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38"/>
          <p:cNvSpPr/>
          <p:nvPr/>
        </p:nvSpPr>
        <p:spPr>
          <a:xfrm>
            <a:off x="5172480" y="7348320"/>
            <a:ext cx="3381840" cy="48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5" name="Google Shape;705;p138"/>
          <p:cNvCxnSpPr/>
          <p:nvPr/>
        </p:nvCxnSpPr>
        <p:spPr>
          <a:xfrm flipH="1" rot="10800000">
            <a:off x="6862680" y="8447400"/>
            <a:ext cx="360" cy="4276080"/>
          </a:xfrm>
          <a:prstGeom prst="straightConnector1">
            <a:avLst/>
          </a:prstGeom>
          <a:noFill/>
          <a:ln cap="flat" cmpd="sng" w="25550">
            <a:solidFill>
              <a:srgbClr val="07AED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06" name="Google Shape;706;p138"/>
          <p:cNvCxnSpPr/>
          <p:nvPr/>
        </p:nvCxnSpPr>
        <p:spPr>
          <a:xfrm flipH="1" rot="10800000">
            <a:off x="6862680" y="2820600"/>
            <a:ext cx="360" cy="4275720"/>
          </a:xfrm>
          <a:prstGeom prst="straightConnector1">
            <a:avLst/>
          </a:prstGeom>
          <a:noFill/>
          <a:ln cap="flat" cmpd="sng" w="25550">
            <a:solidFill>
              <a:srgbClr val="07AED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2.png" id="707" name="Google Shape;707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40000" y="6185880"/>
            <a:ext cx="1341720" cy="1341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lt.png" id="708" name="Google Shape;708;p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05520" y="6251760"/>
            <a:ext cx="1210320" cy="121032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138"/>
          <p:cNvSpPr/>
          <p:nvPr/>
        </p:nvSpPr>
        <p:spPr>
          <a:xfrm>
            <a:off x="16111800" y="8046720"/>
            <a:ext cx="6206760" cy="97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Almost there! For better results, try to post on undefined. Seven days in a week, but this day might be the one that matters.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38"/>
          <p:cNvSpPr/>
          <p:nvPr/>
        </p:nvSpPr>
        <p:spPr>
          <a:xfrm>
            <a:off x="1710000" y="4928760"/>
            <a:ext cx="4222440" cy="18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 SemiBold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with the highest engagement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ontserrat SemiBold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sun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38"/>
          <p:cNvSpPr/>
          <p:nvPr/>
        </p:nvSpPr>
        <p:spPr>
          <a:xfrm>
            <a:off x="7726680" y="4929120"/>
            <a:ext cx="4359600" cy="18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 SemiBold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Hour with the highest engagement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Montserrat SemiBold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11 AM</a:t>
            </a:r>
            <a:endParaRPr b="0" i="0" sz="3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38"/>
          <p:cNvSpPr/>
          <p:nvPr/>
        </p:nvSpPr>
        <p:spPr>
          <a:xfrm>
            <a:off x="7726680" y="10753200"/>
            <a:ext cx="4359600" cy="18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 SemiBold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Hour with most posts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Montserrat SemiBold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11 AM</a:t>
            </a:r>
            <a:endParaRPr b="0" i="0" sz="3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38"/>
          <p:cNvSpPr/>
          <p:nvPr/>
        </p:nvSpPr>
        <p:spPr>
          <a:xfrm>
            <a:off x="1710360" y="10753200"/>
            <a:ext cx="4222440" cy="18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 SemiBold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with most posts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Montserrat SemiBold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wed</a:t>
            </a:r>
            <a:endParaRPr b="0" i="0" sz="3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4" name="Google Shape;714;p138"/>
          <p:cNvGrpSpPr/>
          <p:nvPr/>
        </p:nvGrpSpPr>
        <p:grpSpPr>
          <a:xfrm>
            <a:off x="2953440" y="2697480"/>
            <a:ext cx="1743075" cy="1743075"/>
            <a:chOff x="2953440" y="2697480"/>
            <a:chExt cx="1735920" cy="1841760"/>
          </a:xfrm>
        </p:grpSpPr>
        <p:pic>
          <p:nvPicPr>
            <p:cNvPr descr="Object 9_3" id="715" name="Google Shape;715;p138"/>
            <p:cNvPicPr preferRelativeResize="0"/>
            <p:nvPr/>
          </p:nvPicPr>
          <p:blipFill rotWithShape="1">
            <a:blip r:embed="rId50032">
              <a:alphaModFix/>
            </a:blip>
            <a:srcRect b="0" l="0" r="0" t="0"/>
            <a:stretch/>
          </p:blipFill>
          <p:spPr>
            <a:xfrm>
              <a:off x="2953440" y="2697480"/>
              <a:ext cx="1735920" cy="17359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7" name="Google Shape;717;p138"/>
          <p:cNvGrpSpPr/>
          <p:nvPr/>
        </p:nvGrpSpPr>
        <p:grpSpPr>
          <a:xfrm>
            <a:off x="9034200" y="8302680"/>
            <a:ext cx="1743075" cy="1743075"/>
            <a:chOff x="9034200" y="8302680"/>
            <a:chExt cx="1735920" cy="1841760"/>
          </a:xfrm>
        </p:grpSpPr>
        <p:pic>
          <p:nvPicPr>
            <p:cNvPr descr="Object 9_3" id="718" name="Google Shape;718;p138"/>
            <p:cNvPicPr preferRelativeResize="0"/>
            <p:nvPr/>
          </p:nvPicPr>
          <p:blipFill rotWithShape="1">
            <a:blip r:embed="rId50033">
              <a:alphaModFix/>
            </a:blip>
            <a:srcRect b="0" l="0" r="0" t="0"/>
            <a:stretch/>
          </p:blipFill>
          <p:spPr>
            <a:xfrm>
              <a:off x="9034200" y="8302680"/>
              <a:ext cx="1735920" cy="17359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0" name="Google Shape;720;p138"/>
          <p:cNvGrpSpPr/>
          <p:nvPr/>
        </p:nvGrpSpPr>
        <p:grpSpPr>
          <a:xfrm>
            <a:off x="9034200" y="2697480"/>
            <a:ext cx="1743075" cy="1743075"/>
            <a:chOff x="9034200" y="2697480"/>
            <a:chExt cx="1735920" cy="1841760"/>
          </a:xfrm>
        </p:grpSpPr>
        <p:pic>
          <p:nvPicPr>
            <p:cNvPr descr="Object 9_3" id="721" name="Google Shape;721;p138"/>
            <p:cNvPicPr preferRelativeResize="0"/>
            <p:nvPr/>
          </p:nvPicPr>
          <p:blipFill rotWithShape="1">
            <a:blip r:embed="rId50034">
              <a:alphaModFix/>
            </a:blip>
            <a:srcRect b="0" l="0" r="0" t="0"/>
            <a:stretch/>
          </p:blipFill>
          <p:spPr>
            <a:xfrm>
              <a:off x="9034200" y="2697480"/>
              <a:ext cx="1735920" cy="17359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3" name="Google Shape;723;p138"/>
          <p:cNvGrpSpPr/>
          <p:nvPr/>
        </p:nvGrpSpPr>
        <p:grpSpPr>
          <a:xfrm>
            <a:off x="2953440" y="8302680"/>
            <a:ext cx="1743075" cy="1743075"/>
            <a:chOff x="2953440" y="8302680"/>
            <a:chExt cx="1735920" cy="1841760"/>
          </a:xfrm>
        </p:grpSpPr>
        <p:pic>
          <p:nvPicPr>
            <p:cNvPr descr="Object 9_3" id="724" name="Google Shape;724;p138"/>
            <p:cNvPicPr preferRelativeResize="0"/>
            <p:nvPr/>
          </p:nvPicPr>
          <p:blipFill rotWithShape="1">
            <a:blip r:embed="rId50035">
              <a:alphaModFix/>
            </a:blip>
            <a:srcRect b="0" l="0" r="0" t="0"/>
            <a:stretch/>
          </p:blipFill>
          <p:spPr>
            <a:xfrm>
              <a:off x="2953440" y="8302680"/>
              <a:ext cx="1735920" cy="17359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6" name="Google Shape;726;p138"/>
          <p:cNvSpPr/>
          <p:nvPr/>
        </p:nvSpPr>
        <p:spPr>
          <a:xfrm>
            <a:off x="19531800" y="493920"/>
            <a:ext cx="3623040" cy="45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18 Jun 2026 - 17 Jul 2026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38"/>
          <p:cNvSpPr/>
          <p:nvPr/>
        </p:nvSpPr>
        <p:spPr>
          <a:xfrm>
            <a:off x="3304800" y="500760"/>
            <a:ext cx="13160520" cy="7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Montserrat SemiBold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When to post?</a:t>
            </a:r>
            <a:endParaRPr b="0" i="0" sz="5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38"/>
          <p:cNvSpPr/>
          <p:nvPr/>
        </p:nvSpPr>
        <p:spPr>
          <a:xfrm>
            <a:off x="3304800" y="1400760"/>
            <a:ext cx="1574064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Montserrat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Based on data, this is the best time to post on Instagram to get a higher engagement</a:t>
            </a:r>
            <a:endParaRPr b="0" i="0" sz="2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9" name="Google Shape;729;p138"/>
          <p:cNvGrpSpPr/>
          <p:nvPr/>
        </p:nvGrpSpPr>
        <p:grpSpPr>
          <a:xfrm>
            <a:off x="1584000" y="595440"/>
            <a:ext cx="1333500" cy="1333500"/>
            <a:chOff x="1584000" y="595440"/>
            <a:chExt cx="1371240" cy="2036160"/>
          </a:xfrm>
        </p:grpSpPr>
        <p:pic>
          <p:nvPicPr>
            <p:cNvPr descr="Object 9_3" id="730" name="Google Shape;730;p138"/>
            <p:cNvPicPr preferRelativeResize="0"/>
            <p:nvPr/>
          </p:nvPicPr>
          <p:blipFill rotWithShape="1">
            <a:blip r:embed="rId50036">
              <a:alphaModFix/>
            </a:blip>
            <a:srcRect b="0" l="0" r="0" t="0"/>
            <a:stretch/>
          </p:blipFill>
          <p:spPr>
            <a:xfrm>
              <a:off x="1584000" y="595440"/>
              <a:ext cx="1371240" cy="13712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32" name="Google Shape;732;p138"/>
          <p:cNvGrpSpPr/>
          <p:nvPr/>
        </p:nvGrpSpPr>
        <p:grpSpPr>
          <a:xfrm>
            <a:off x="18895680" y="275040"/>
            <a:ext cx="876300" cy="876300"/>
            <a:chOff x="18895680" y="275040"/>
            <a:chExt cx="874500" cy="905041"/>
          </a:xfrm>
        </p:grpSpPr>
        <p:pic>
          <p:nvPicPr>
            <p:cNvPr descr="Object 9_3" id="733" name="Google Shape;733;p138"/>
            <p:cNvPicPr preferRelativeResize="0"/>
            <p:nvPr/>
          </p:nvPicPr>
          <p:blipFill rotWithShape="1">
            <a:blip r:embed="rId50037">
              <a:alphaModFix/>
            </a:blip>
            <a:srcRect b="0" l="0" r="0" t="0"/>
            <a:stretch/>
          </p:blipFill>
          <p:spPr>
            <a:xfrm>
              <a:off x="18895680" y="275040"/>
              <a:ext cx="874440" cy="9050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39"/>
          <p:cNvSpPr/>
          <p:nvPr/>
        </p:nvSpPr>
        <p:spPr>
          <a:xfrm>
            <a:off x="12472920" y="12540960"/>
            <a:ext cx="11180880" cy="71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50" lIns="50750" spcFirstLastPara="1" rIns="50750" wrap="square" tIns="50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which is </a:t>
            </a:r>
            <a:r>
              <a:rPr b="0" i="0" lang="en-US" sz="2000" u="none" cap="none" strike="noStrike">
                <a:solidFill>
                  <a:srgbClr val="EE230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/>
            </a:r>
            <a:r>
              <a:rPr b="0" i="0" lang="en-US" sz="2000" u="none" cap="none" strike="noStrike">
                <a:solidFill>
                  <a:srgbClr val="00AB8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400% higher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than the previous period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139"/>
          <p:cNvSpPr/>
          <p:nvPr/>
        </p:nvSpPr>
        <p:spPr>
          <a:xfrm>
            <a:off x="13284720" y="11454480"/>
            <a:ext cx="9506160" cy="67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total number of comments is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139"/>
          <p:cNvSpPr/>
          <p:nvPr/>
        </p:nvSpPr>
        <p:spPr>
          <a:xfrm>
            <a:off x="13284720" y="11984760"/>
            <a:ext cx="9506160" cy="3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SemiBold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2" name="Google Shape;742;p139"/>
          <p:cNvGrpSpPr/>
          <p:nvPr/>
        </p:nvGrpSpPr>
        <p:grpSpPr>
          <a:xfrm>
            <a:off x="1338840" y="2743200"/>
            <a:ext cx="22821900" cy="6858000"/>
            <a:chOff x="1338840" y="2743200"/>
            <a:chExt cx="21817080" cy="7351560"/>
          </a:xfrm>
        </p:grpSpPr>
        <p:pic>
          <p:nvPicPr>
            <p:cNvPr descr="Object 9_3" id="743" name="Google Shape;743;p139"/>
            <p:cNvPicPr preferRelativeResize="0"/>
            <p:nvPr/>
          </p:nvPicPr>
          <p:blipFill rotWithShape="1">
            <a:blip r:embed="rId50038">
              <a:alphaModFix/>
            </a:blip>
            <a:srcRect b="0" l="0" r="0" t="0"/>
            <a:stretch/>
          </p:blipFill>
          <p:spPr>
            <a:xfrm>
              <a:off x="1338840" y="2743200"/>
              <a:ext cx="21817080" cy="73515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5" name="Google Shape;745;p139"/>
          <p:cNvGrpSpPr/>
          <p:nvPr/>
        </p:nvGrpSpPr>
        <p:grpSpPr>
          <a:xfrm>
            <a:off x="17180280" y="9936360"/>
            <a:ext cx="1743075" cy="1743075"/>
            <a:chOff x="17180280" y="9936360"/>
            <a:chExt cx="1698840" cy="1793520"/>
          </a:xfrm>
        </p:grpSpPr>
        <p:pic>
          <p:nvPicPr>
            <p:cNvPr descr="Object 9_3" id="746" name="Google Shape;746;p139"/>
            <p:cNvPicPr preferRelativeResize="0"/>
            <p:nvPr/>
          </p:nvPicPr>
          <p:blipFill rotWithShape="1">
            <a:blip r:embed="rId50039">
              <a:alphaModFix/>
            </a:blip>
            <a:srcRect b="0" l="0" r="0" t="0"/>
            <a:stretch/>
          </p:blipFill>
          <p:spPr>
            <a:xfrm>
              <a:off x="17180280" y="9936360"/>
              <a:ext cx="1698840" cy="15163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8" name="Google Shape;748;p139"/>
          <p:cNvSpPr/>
          <p:nvPr/>
        </p:nvSpPr>
        <p:spPr>
          <a:xfrm>
            <a:off x="19531800" y="493920"/>
            <a:ext cx="3623040" cy="45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18 Jun 2026 - 17 Jul 2026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39"/>
          <p:cNvSpPr/>
          <p:nvPr/>
        </p:nvSpPr>
        <p:spPr>
          <a:xfrm>
            <a:off x="3304800" y="500760"/>
            <a:ext cx="13160520" cy="7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Montserrat SemiBold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Organic Comments Distribution</a:t>
            </a:r>
            <a:endParaRPr b="0" i="0" sz="5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39"/>
          <p:cNvSpPr/>
          <p:nvPr/>
        </p:nvSpPr>
        <p:spPr>
          <a:xfrm>
            <a:off x="3304800" y="1400760"/>
            <a:ext cx="1574064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Montserrat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Take a look at the variation of comments received</a:t>
            </a:r>
            <a:endParaRPr b="0" i="0" sz="2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1" name="Google Shape;751;p139"/>
          <p:cNvGrpSpPr/>
          <p:nvPr/>
        </p:nvGrpSpPr>
        <p:grpSpPr>
          <a:xfrm>
            <a:off x="1584000" y="595440"/>
            <a:ext cx="1333500" cy="1333500"/>
            <a:chOff x="1584000" y="595440"/>
            <a:chExt cx="1371240" cy="2036160"/>
          </a:xfrm>
        </p:grpSpPr>
        <p:pic>
          <p:nvPicPr>
            <p:cNvPr descr="Object 9_3" id="752" name="Google Shape;752;p139"/>
            <p:cNvPicPr preferRelativeResize="0"/>
            <p:nvPr/>
          </p:nvPicPr>
          <p:blipFill rotWithShape="1">
            <a:blip r:embed="rId50040">
              <a:alphaModFix/>
            </a:blip>
            <a:srcRect b="0" l="0" r="0" t="0"/>
            <a:stretch/>
          </p:blipFill>
          <p:spPr>
            <a:xfrm>
              <a:off x="1584000" y="595440"/>
              <a:ext cx="1371240" cy="13712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4" name="Google Shape;754;p139"/>
          <p:cNvGrpSpPr/>
          <p:nvPr/>
        </p:nvGrpSpPr>
        <p:grpSpPr>
          <a:xfrm>
            <a:off x="18895680" y="275040"/>
            <a:ext cx="876300" cy="876300"/>
            <a:chOff x="18895680" y="275040"/>
            <a:chExt cx="874500" cy="905041"/>
          </a:xfrm>
        </p:grpSpPr>
        <p:pic>
          <p:nvPicPr>
            <p:cNvPr descr="Object 9_3" id="755" name="Google Shape;755;p139"/>
            <p:cNvPicPr preferRelativeResize="0"/>
            <p:nvPr/>
          </p:nvPicPr>
          <p:blipFill rotWithShape="1">
            <a:blip r:embed="rId50041">
              <a:alphaModFix/>
            </a:blip>
            <a:srcRect b="0" l="0" r="0" t="0"/>
            <a:stretch/>
          </p:blipFill>
          <p:spPr>
            <a:xfrm>
              <a:off x="18895680" y="275040"/>
              <a:ext cx="874440" cy="9050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40"/>
          <p:cNvSpPr/>
          <p:nvPr/>
        </p:nvSpPr>
        <p:spPr>
          <a:xfrm>
            <a:off x="12035880" y="12421800"/>
            <a:ext cx="11567520" cy="71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50" lIns="50750" spcFirstLastPara="1" rIns="50750" wrap="square" tIns="50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which is </a:t>
            </a:r>
            <a:r>
              <a:rPr b="0" i="0" lang="en-US" sz="2000" u="none" cap="none" strike="noStrike">
                <a:solidFill>
                  <a:srgbClr val="EE230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42.86% lower</a:t>
            </a:r>
            <a:r>
              <a:rPr b="0" i="0" lang="en-US" sz="2000" u="none" cap="none" strike="noStrike">
                <a:solidFill>
                  <a:srgbClr val="00AB8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/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than the previous period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140"/>
          <p:cNvSpPr/>
          <p:nvPr/>
        </p:nvSpPr>
        <p:spPr>
          <a:xfrm>
            <a:off x="5302440" y="11866680"/>
            <a:ext cx="794160" cy="403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40"/>
          <p:cNvSpPr/>
          <p:nvPr/>
        </p:nvSpPr>
        <p:spPr>
          <a:xfrm>
            <a:off x="586440" y="12421800"/>
            <a:ext cx="11567520" cy="71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50" lIns="50750" spcFirstLastPara="1" rIns="50750" wrap="square" tIns="50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which is </a:t>
            </a:r>
            <a:r>
              <a:rPr b="0" i="0" lang="en-US" sz="2000" u="none" cap="none" strike="noStrike">
                <a:solidFill>
                  <a:srgbClr val="EE230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/>
            </a:r>
            <a:r>
              <a:rPr b="0" i="0" lang="en-US" sz="2000" u="none" cap="none" strike="noStrike">
                <a:solidFill>
                  <a:srgbClr val="00AB8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2.18% higher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than the previous period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140"/>
          <p:cNvSpPr/>
          <p:nvPr/>
        </p:nvSpPr>
        <p:spPr>
          <a:xfrm>
            <a:off x="1578240" y="11307600"/>
            <a:ext cx="9544320" cy="55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total number of followers is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140"/>
          <p:cNvSpPr/>
          <p:nvPr/>
        </p:nvSpPr>
        <p:spPr>
          <a:xfrm>
            <a:off x="13043880" y="11334960"/>
            <a:ext cx="9507600" cy="6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followers growth percent is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140"/>
          <p:cNvSpPr/>
          <p:nvPr/>
        </p:nvSpPr>
        <p:spPr>
          <a:xfrm>
            <a:off x="13043880" y="11865240"/>
            <a:ext cx="950760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SemiBold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40"/>
          <p:cNvSpPr/>
          <p:nvPr/>
        </p:nvSpPr>
        <p:spPr>
          <a:xfrm>
            <a:off x="1596600" y="11865240"/>
            <a:ext cx="950760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SemiBold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281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8" name="Google Shape;768;p140"/>
          <p:cNvGrpSpPr/>
          <p:nvPr/>
        </p:nvGrpSpPr>
        <p:grpSpPr>
          <a:xfrm>
            <a:off x="1401120" y="2714760"/>
            <a:ext cx="22821900" cy="6858000"/>
            <a:chOff x="1401120" y="2714760"/>
            <a:chExt cx="21817080" cy="7351560"/>
          </a:xfrm>
        </p:grpSpPr>
        <p:pic>
          <p:nvPicPr>
            <p:cNvPr descr="Object 9_3" id="769" name="Google Shape;769;p140"/>
            <p:cNvPicPr preferRelativeResize="0"/>
            <p:nvPr/>
          </p:nvPicPr>
          <p:blipFill rotWithShape="1">
            <a:blip r:embed="rId50042">
              <a:alphaModFix/>
            </a:blip>
            <a:srcRect b="0" l="0" r="0" t="0"/>
            <a:stretch/>
          </p:blipFill>
          <p:spPr>
            <a:xfrm>
              <a:off x="1401120" y="2714760"/>
              <a:ext cx="21817080" cy="73515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1" name="Google Shape;771;p140"/>
          <p:cNvGrpSpPr/>
          <p:nvPr/>
        </p:nvGrpSpPr>
        <p:grpSpPr>
          <a:xfrm>
            <a:off x="16939440" y="9817200"/>
            <a:ext cx="1743075" cy="1743075"/>
            <a:chOff x="16939440" y="9817200"/>
            <a:chExt cx="1699200" cy="1793520"/>
          </a:xfrm>
        </p:grpSpPr>
        <p:pic>
          <p:nvPicPr>
            <p:cNvPr descr="Object 9_3" id="772" name="Google Shape;772;p140"/>
            <p:cNvPicPr preferRelativeResize="0"/>
            <p:nvPr/>
          </p:nvPicPr>
          <p:blipFill rotWithShape="1">
            <a:blip r:embed="rId50043">
              <a:alphaModFix/>
            </a:blip>
            <a:srcRect b="0" l="0" r="0" t="0"/>
            <a:stretch/>
          </p:blipFill>
          <p:spPr>
            <a:xfrm>
              <a:off x="16939440" y="9817200"/>
              <a:ext cx="1699200" cy="15166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4" name="Google Shape;774;p140"/>
          <p:cNvGrpSpPr/>
          <p:nvPr/>
        </p:nvGrpSpPr>
        <p:grpSpPr>
          <a:xfrm>
            <a:off x="5528520" y="9817200"/>
            <a:ext cx="1743075" cy="1743075"/>
            <a:chOff x="5528520" y="9817200"/>
            <a:chExt cx="1699200" cy="1793520"/>
          </a:xfrm>
        </p:grpSpPr>
        <p:pic>
          <p:nvPicPr>
            <p:cNvPr descr="Object 9_3" id="775" name="Google Shape;775;p140"/>
            <p:cNvPicPr preferRelativeResize="0"/>
            <p:nvPr/>
          </p:nvPicPr>
          <p:blipFill rotWithShape="1">
            <a:blip r:embed="rId50044">
              <a:alphaModFix/>
            </a:blip>
            <a:srcRect b="0" l="0" r="0" t="0"/>
            <a:stretch/>
          </p:blipFill>
          <p:spPr>
            <a:xfrm>
              <a:off x="5528520" y="9817200"/>
              <a:ext cx="1699200" cy="15166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7" name="Google Shape;777;p140"/>
          <p:cNvSpPr/>
          <p:nvPr/>
        </p:nvSpPr>
        <p:spPr>
          <a:xfrm>
            <a:off x="19531800" y="493920"/>
            <a:ext cx="3623040" cy="45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SemiBold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18 Jun 2026 - 17 Jul 2026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40"/>
          <p:cNvSpPr/>
          <p:nvPr/>
        </p:nvSpPr>
        <p:spPr>
          <a:xfrm>
            <a:off x="3304800" y="500760"/>
            <a:ext cx="13160520" cy="7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Montserrat SemiBold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Followers Growth</a:t>
            </a:r>
            <a:endParaRPr b="0" i="0" sz="5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140"/>
          <p:cNvSpPr/>
          <p:nvPr/>
        </p:nvSpPr>
        <p:spPr>
          <a:xfrm>
            <a:off x="3304800" y="1400760"/>
            <a:ext cx="1574064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Montserrat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Key metrics for the selected time period</a:t>
            </a:r>
            <a:endParaRPr b="0" i="0" sz="2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0" name="Google Shape;780;p140"/>
          <p:cNvGrpSpPr/>
          <p:nvPr/>
        </p:nvGrpSpPr>
        <p:grpSpPr>
          <a:xfrm>
            <a:off x="1584000" y="595440"/>
            <a:ext cx="1333500" cy="1333500"/>
            <a:chOff x="1584000" y="595440"/>
            <a:chExt cx="1371240" cy="2036160"/>
          </a:xfrm>
        </p:grpSpPr>
        <p:pic>
          <p:nvPicPr>
            <p:cNvPr descr="Object 9_3" id="781" name="Google Shape;781;p140"/>
            <p:cNvPicPr preferRelativeResize="0"/>
            <p:nvPr/>
          </p:nvPicPr>
          <p:blipFill rotWithShape="1">
            <a:blip r:embed="rId50045">
              <a:alphaModFix/>
            </a:blip>
            <a:srcRect b="0" l="0" r="0" t="0"/>
            <a:stretch/>
          </p:blipFill>
          <p:spPr>
            <a:xfrm>
              <a:off x="1584000" y="595440"/>
              <a:ext cx="1371240" cy="13712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3" name="Google Shape;783;p140"/>
          <p:cNvGrpSpPr/>
          <p:nvPr/>
        </p:nvGrpSpPr>
        <p:grpSpPr>
          <a:xfrm>
            <a:off x="18895680" y="275040"/>
            <a:ext cx="876300" cy="876300"/>
            <a:chOff x="18895680" y="275040"/>
            <a:chExt cx="874500" cy="905041"/>
          </a:xfrm>
        </p:grpSpPr>
        <p:pic>
          <p:nvPicPr>
            <p:cNvPr descr="Object 9_3" id="784" name="Google Shape;784;p140"/>
            <p:cNvPicPr preferRelativeResize="0"/>
            <p:nvPr/>
          </p:nvPicPr>
          <p:blipFill rotWithShape="1">
            <a:blip r:embed="rId50046">
              <a:alphaModFix/>
            </a:blip>
            <a:srcRect b="0" l="0" r="0" t="0"/>
            <a:stretch/>
          </p:blipFill>
          <p:spPr>
            <a:xfrm>
              <a:off x="18895680" y="275040"/>
              <a:ext cx="874440" cy="9050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